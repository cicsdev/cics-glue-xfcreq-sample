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1"/>
  </p:notesMasterIdLst>
  <p:handoutMasterIdLst>
    <p:handoutMasterId r:id="rId42"/>
  </p:handoutMasterIdLst>
  <p:sldIdLst>
    <p:sldId id="256" r:id="rId2"/>
    <p:sldId id="259" r:id="rId3"/>
    <p:sldId id="260" r:id="rId4"/>
    <p:sldId id="257" r:id="rId5"/>
    <p:sldId id="258" r:id="rId6"/>
    <p:sldId id="263" r:id="rId7"/>
    <p:sldId id="270" r:id="rId8"/>
    <p:sldId id="261" r:id="rId9"/>
    <p:sldId id="262" r:id="rId10"/>
    <p:sldId id="265" r:id="rId11"/>
    <p:sldId id="266" r:id="rId12"/>
    <p:sldId id="264" r:id="rId13"/>
    <p:sldId id="267" r:id="rId14"/>
    <p:sldId id="268" r:id="rId15"/>
    <p:sldId id="269" r:id="rId16"/>
    <p:sldId id="271" r:id="rId17"/>
    <p:sldId id="275" r:id="rId18"/>
    <p:sldId id="277" r:id="rId19"/>
    <p:sldId id="276" r:id="rId20"/>
    <p:sldId id="278" r:id="rId21"/>
    <p:sldId id="279" r:id="rId22"/>
    <p:sldId id="283" r:id="rId23"/>
    <p:sldId id="282" r:id="rId24"/>
    <p:sldId id="272" r:id="rId25"/>
    <p:sldId id="273" r:id="rId26"/>
    <p:sldId id="284" r:id="rId27"/>
    <p:sldId id="285" r:id="rId28"/>
    <p:sldId id="286" r:id="rId29"/>
    <p:sldId id="287" r:id="rId30"/>
    <p:sldId id="288" r:id="rId31"/>
    <p:sldId id="289" r:id="rId32"/>
    <p:sldId id="290" r:id="rId33"/>
    <p:sldId id="291" r:id="rId34"/>
    <p:sldId id="292" r:id="rId35"/>
    <p:sldId id="293" r:id="rId36"/>
    <p:sldId id="274" r:id="rId37"/>
    <p:sldId id="294" r:id="rId38"/>
    <p:sldId id="296" r:id="rId39"/>
    <p:sldId id="295" r:id="rId40"/>
  </p:sldIdLst>
  <p:sldSz cx="24382413" cy="13716000"/>
  <p:notesSz cx="6794500" cy="9931400"/>
  <p:defaultTextStyle>
    <a:defPPr>
      <a:defRPr lang="en-US"/>
    </a:defPPr>
    <a:lvl1pPr marL="0" algn="l" defTabSz="1827154" rtl="0" eaLnBrk="1" latinLnBrk="0" hangingPunct="1">
      <a:defRPr sz="3597" kern="1200">
        <a:solidFill>
          <a:schemeClr val="tx1"/>
        </a:solidFill>
        <a:latin typeface="+mn-lt"/>
        <a:ea typeface="+mn-ea"/>
        <a:cs typeface="+mn-cs"/>
      </a:defRPr>
    </a:lvl1pPr>
    <a:lvl2pPr marL="913577" algn="l" defTabSz="1827154" rtl="0" eaLnBrk="1" latinLnBrk="0" hangingPunct="1">
      <a:defRPr sz="3597" kern="1200">
        <a:solidFill>
          <a:schemeClr val="tx1"/>
        </a:solidFill>
        <a:latin typeface="+mn-lt"/>
        <a:ea typeface="+mn-ea"/>
        <a:cs typeface="+mn-cs"/>
      </a:defRPr>
    </a:lvl2pPr>
    <a:lvl3pPr marL="1827154" algn="l" defTabSz="1827154" rtl="0" eaLnBrk="1" latinLnBrk="0" hangingPunct="1">
      <a:defRPr sz="3597" kern="1200">
        <a:solidFill>
          <a:schemeClr val="tx1"/>
        </a:solidFill>
        <a:latin typeface="+mn-lt"/>
        <a:ea typeface="+mn-ea"/>
        <a:cs typeface="+mn-cs"/>
      </a:defRPr>
    </a:lvl3pPr>
    <a:lvl4pPr marL="2740731" algn="l" defTabSz="1827154" rtl="0" eaLnBrk="1" latinLnBrk="0" hangingPunct="1">
      <a:defRPr sz="3597" kern="1200">
        <a:solidFill>
          <a:schemeClr val="tx1"/>
        </a:solidFill>
        <a:latin typeface="+mn-lt"/>
        <a:ea typeface="+mn-ea"/>
        <a:cs typeface="+mn-cs"/>
      </a:defRPr>
    </a:lvl4pPr>
    <a:lvl5pPr marL="3654308" algn="l" defTabSz="1827154" rtl="0" eaLnBrk="1" latinLnBrk="0" hangingPunct="1">
      <a:defRPr sz="3597" kern="1200">
        <a:solidFill>
          <a:schemeClr val="tx1"/>
        </a:solidFill>
        <a:latin typeface="+mn-lt"/>
        <a:ea typeface="+mn-ea"/>
        <a:cs typeface="+mn-cs"/>
      </a:defRPr>
    </a:lvl5pPr>
    <a:lvl6pPr marL="4567885" algn="l" defTabSz="1827154" rtl="0" eaLnBrk="1" latinLnBrk="0" hangingPunct="1">
      <a:defRPr sz="3597" kern="1200">
        <a:solidFill>
          <a:schemeClr val="tx1"/>
        </a:solidFill>
        <a:latin typeface="+mn-lt"/>
        <a:ea typeface="+mn-ea"/>
        <a:cs typeface="+mn-cs"/>
      </a:defRPr>
    </a:lvl6pPr>
    <a:lvl7pPr marL="5481462" algn="l" defTabSz="1827154" rtl="0" eaLnBrk="1" latinLnBrk="0" hangingPunct="1">
      <a:defRPr sz="3597" kern="1200">
        <a:solidFill>
          <a:schemeClr val="tx1"/>
        </a:solidFill>
        <a:latin typeface="+mn-lt"/>
        <a:ea typeface="+mn-ea"/>
        <a:cs typeface="+mn-cs"/>
      </a:defRPr>
    </a:lvl7pPr>
    <a:lvl8pPr marL="6395039" algn="l" defTabSz="1827154" rtl="0" eaLnBrk="1" latinLnBrk="0" hangingPunct="1">
      <a:defRPr sz="3597" kern="1200">
        <a:solidFill>
          <a:schemeClr val="tx1"/>
        </a:solidFill>
        <a:latin typeface="+mn-lt"/>
        <a:ea typeface="+mn-ea"/>
        <a:cs typeface="+mn-cs"/>
      </a:defRPr>
    </a:lvl8pPr>
    <a:lvl9pPr marL="7308616" algn="l" defTabSz="1827154" rtl="0" eaLnBrk="1" latinLnBrk="0" hangingPunct="1">
      <a:defRPr sz="3597"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D3591FB-05DA-4A7F-97C1-07A450BBBF67}">
          <p14:sldIdLst>
            <p14:sldId id="256"/>
            <p14:sldId id="259"/>
          </p14:sldIdLst>
        </p14:section>
        <p14:section name="Overview" id="{F8553069-53D3-43F5-AD37-7622E018C96D}">
          <p14:sldIdLst>
            <p14:sldId id="260"/>
            <p14:sldId id="257"/>
            <p14:sldId id="258"/>
            <p14:sldId id="263"/>
          </p14:sldIdLst>
        </p14:section>
        <p14:section name="The problem" id="{DD9822B8-D534-40B0-A2E4-6F33BB4A4ECC}">
          <p14:sldIdLst>
            <p14:sldId id="270"/>
            <p14:sldId id="261"/>
            <p14:sldId id="262"/>
            <p14:sldId id="265"/>
            <p14:sldId id="266"/>
            <p14:sldId id="264"/>
            <p14:sldId id="267"/>
            <p14:sldId id="268"/>
          </p14:sldIdLst>
        </p14:section>
        <p14:section name="Proposed solution" id="{C08A2328-69A2-4C69-B5A2-191C4FBB5971}">
          <p14:sldIdLst>
            <p14:sldId id="269"/>
            <p14:sldId id="271"/>
            <p14:sldId id="275"/>
            <p14:sldId id="277"/>
            <p14:sldId id="276"/>
            <p14:sldId id="278"/>
            <p14:sldId id="279"/>
            <p14:sldId id="283"/>
            <p14:sldId id="282"/>
            <p14:sldId id="272"/>
          </p14:sldIdLst>
        </p14:section>
        <p14:section name="Artifacts" id="{2CC9FD3A-9ABA-4FEC-B667-C72CC403AF60}">
          <p14:sldIdLst>
            <p14:sldId id="273"/>
            <p14:sldId id="284"/>
            <p14:sldId id="285"/>
            <p14:sldId id="286"/>
            <p14:sldId id="287"/>
            <p14:sldId id="288"/>
            <p14:sldId id="289"/>
            <p14:sldId id="290"/>
            <p14:sldId id="291"/>
            <p14:sldId id="292"/>
            <p14:sldId id="293"/>
          </p14:sldIdLst>
        </p14:section>
        <p14:section name="Solution alternatives" id="{A55C9043-7BE5-4C3B-8F32-A46F9A2621BE}">
          <p14:sldIdLst>
            <p14:sldId id="274"/>
            <p14:sldId id="294"/>
            <p14:sldId id="296"/>
            <p14:sldId id="29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000"/>
    <a:srgbClr val="FFD108"/>
    <a:srgbClr val="F9F9F9"/>
    <a:srgbClr val="18263B"/>
    <a:srgbClr val="00FDFF"/>
    <a:srgbClr val="1093E8"/>
    <a:srgbClr val="92D050"/>
    <a:srgbClr val="FF9900"/>
    <a:srgbClr val="929000"/>
    <a:srgbClr val="73FB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527" autoAdjust="0"/>
    <p:restoredTop sz="69041" autoAdjust="0"/>
  </p:normalViewPr>
  <p:slideViewPr>
    <p:cSldViewPr snapToGrid="0" snapToObjects="1">
      <p:cViewPr varScale="1">
        <p:scale>
          <a:sx n="47" d="100"/>
          <a:sy n="47" d="100"/>
        </p:scale>
        <p:origin x="1188" y="60"/>
      </p:cViewPr>
      <p:guideLst/>
    </p:cSldViewPr>
  </p:slideViewPr>
  <p:outlineViewPr>
    <p:cViewPr>
      <p:scale>
        <a:sx n="33" d="100"/>
        <a:sy n="33" d="100"/>
      </p:scale>
      <p:origin x="0" y="-317400"/>
    </p:cViewPr>
  </p:outlineViewPr>
  <p:notesTextViewPr>
    <p:cViewPr>
      <p:scale>
        <a:sx n="300" d="100"/>
        <a:sy n="300" d="100"/>
      </p:scale>
      <p:origin x="0" y="0"/>
    </p:cViewPr>
  </p:notesTextViewPr>
  <p:sorterViewPr>
    <p:cViewPr>
      <p:scale>
        <a:sx n="66" d="100"/>
        <a:sy n="66" d="100"/>
      </p:scale>
      <p:origin x="0" y="-60952"/>
    </p:cViewPr>
  </p:sorterViewPr>
  <p:notesViewPr>
    <p:cSldViewPr snapToGrid="0" snapToObjects="1">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lang="en-US" dirty="0"/>
          </a:p>
        </p:txBody>
      </p:sp>
      <p:sp>
        <p:nvSpPr>
          <p:cNvPr id="4" name="Footer Placeholder 3"/>
          <p:cNvSpPr>
            <a:spLocks noGrp="1"/>
          </p:cNvSpPr>
          <p:nvPr>
            <p:ph type="ftr" sz="quarter" idx="2"/>
          </p:nvPr>
        </p:nvSpPr>
        <p:spPr>
          <a:xfrm>
            <a:off x="0" y="9433107"/>
            <a:ext cx="2944283" cy="498294"/>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48645" y="9433107"/>
            <a:ext cx="2944283" cy="498294"/>
          </a:xfrm>
          <a:prstGeom prst="rect">
            <a:avLst/>
          </a:prstGeom>
        </p:spPr>
        <p:txBody>
          <a:bodyPr vert="horz" lIns="91440" tIns="45720" rIns="91440" bIns="45720" rtlCol="0" anchor="b"/>
          <a:lstStyle>
            <a:lvl1pPr algn="r">
              <a:defRPr sz="1200"/>
            </a:lvl1pPr>
          </a:lstStyle>
          <a:p>
            <a:fld id="{AE86A4EB-4C8D-0A41-A081-9D098EAA42D0}" type="slidenum">
              <a:rPr lang="en-US" smtClean="0"/>
              <a:t>‹#›</a:t>
            </a:fld>
            <a:endParaRPr lang="en-US" dirty="0"/>
          </a:p>
        </p:txBody>
      </p:sp>
      <p:sp>
        <p:nvSpPr>
          <p:cNvPr id="6" name="Date Placeholder 5"/>
          <p:cNvSpPr>
            <a:spLocks noGrp="1"/>
          </p:cNvSpPr>
          <p:nvPr>
            <p:ph type="dt" sz="quarter" idx="1"/>
          </p:nvPr>
        </p:nvSpPr>
        <p:spPr>
          <a:xfrm>
            <a:off x="3848645" y="0"/>
            <a:ext cx="2944283" cy="498295"/>
          </a:xfrm>
          <a:prstGeom prst="rect">
            <a:avLst/>
          </a:prstGeom>
        </p:spPr>
        <p:txBody>
          <a:bodyPr vert="horz" lIns="91440" tIns="45720" rIns="91440" bIns="45720" rtlCol="0"/>
          <a:lstStyle>
            <a:lvl1pPr algn="r">
              <a:defRPr sz="1200"/>
            </a:lvl1pPr>
          </a:lstStyle>
          <a:p>
            <a:fld id="{DC804941-E544-1449-AA43-B7D2E67A0041}" type="datetimeFigureOut">
              <a:rPr lang="en-US" smtClean="0"/>
              <a:t>2/9/2026</a:t>
            </a:fld>
            <a:endParaRPr lang="en-US" dirty="0"/>
          </a:p>
        </p:txBody>
      </p:sp>
    </p:spTree>
    <p:extLst>
      <p:ext uri="{BB962C8B-B14F-4D97-AF65-F5344CB8AC3E}">
        <p14:creationId xmlns:p14="http://schemas.microsoft.com/office/powerpoint/2010/main" val="9835474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20E3283D-4D04-104C-AF59-F0F8E75740F1}" type="datetimeFigureOut">
              <a:rPr lang="en-US" smtClean="0"/>
              <a:t>2/9/2026</a:t>
            </a:fld>
            <a:endParaRPr lang="en-US" dirty="0"/>
          </a:p>
        </p:txBody>
      </p:sp>
      <p:sp>
        <p:nvSpPr>
          <p:cNvPr id="4" name="Slide Image Placeholder 3"/>
          <p:cNvSpPr>
            <a:spLocks noGrp="1" noRot="1" noChangeAspect="1"/>
          </p:cNvSpPr>
          <p:nvPr>
            <p:ph type="sldImg" idx="2"/>
          </p:nvPr>
        </p:nvSpPr>
        <p:spPr>
          <a:xfrm>
            <a:off x="419100" y="1241425"/>
            <a:ext cx="5956300" cy="3351213"/>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10E4D070-0F81-A344-8B49-AE0266535EC2}" type="slidenum">
              <a:rPr lang="en-US" smtClean="0"/>
              <a:t>‹#›</a:t>
            </a:fld>
            <a:endParaRPr lang="en-US" dirty="0"/>
          </a:p>
        </p:txBody>
      </p:sp>
    </p:spTree>
    <p:extLst>
      <p:ext uri="{BB962C8B-B14F-4D97-AF65-F5344CB8AC3E}">
        <p14:creationId xmlns:p14="http://schemas.microsoft.com/office/powerpoint/2010/main" val="1923443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E4D070-0F81-A344-8B49-AE0266535EC2}" type="slidenum">
              <a:rPr lang="en-US" smtClean="0"/>
              <a:t>4</a:t>
            </a:fld>
            <a:endParaRPr lang="en-US" dirty="0"/>
          </a:p>
        </p:txBody>
      </p:sp>
    </p:spTree>
    <p:extLst>
      <p:ext uri="{BB962C8B-B14F-4D97-AF65-F5344CB8AC3E}">
        <p14:creationId xmlns:p14="http://schemas.microsoft.com/office/powerpoint/2010/main" val="3026189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0E4D070-0F81-A344-8B49-AE0266535EC2}" type="slidenum">
              <a:rPr lang="en-US" smtClean="0"/>
              <a:t>11</a:t>
            </a:fld>
            <a:endParaRPr lang="en-US" dirty="0"/>
          </a:p>
        </p:txBody>
      </p:sp>
    </p:spTree>
    <p:extLst>
      <p:ext uri="{BB962C8B-B14F-4D97-AF65-F5344CB8AC3E}">
        <p14:creationId xmlns:p14="http://schemas.microsoft.com/office/powerpoint/2010/main" val="12187205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Dark)">
    <p:bg>
      <p:bgPr>
        <a:solidFill>
          <a:srgbClr val="19273C"/>
        </a:solidFill>
        <a:effectLst/>
      </p:bgPr>
    </p:bg>
    <p:spTree>
      <p:nvGrpSpPr>
        <p:cNvPr id="1" name=""/>
        <p:cNvGrpSpPr/>
        <p:nvPr/>
      </p:nvGrpSpPr>
      <p:grpSpPr>
        <a:xfrm>
          <a:off x="0" y="0"/>
          <a:ext cx="0" cy="0"/>
          <a:chOff x="0" y="0"/>
          <a:chExt cx="0" cy="0"/>
        </a:xfrm>
      </p:grpSpPr>
      <p:sp>
        <p:nvSpPr>
          <p:cNvPr id="16" name="Shape 15"/>
          <p:cNvSpPr>
            <a:spLocks noGrp="1"/>
          </p:cNvSpPr>
          <p:nvPr>
            <p:ph type="body" sz="quarter" idx="14" hasCustomPrompt="1"/>
          </p:nvPr>
        </p:nvSpPr>
        <p:spPr>
          <a:xfrm>
            <a:off x="1968500" y="5171853"/>
            <a:ext cx="11595100" cy="2048966"/>
          </a:xfrm>
          <a:prstGeom prst="rect">
            <a:avLst/>
          </a:prstGeom>
        </p:spPr>
        <p:txBody>
          <a:bodyPr anchor="t"/>
          <a:lstStyle>
            <a:lvl1pPr marL="0" indent="0">
              <a:lnSpc>
                <a:spcPct val="100000"/>
              </a:lnSpc>
              <a:spcBef>
                <a:spcPts val="0"/>
              </a:spcBef>
              <a:buNone/>
              <a:defRPr lang="en-US" sz="7200" b="1" u="none" baseline="0" smtClean="0">
                <a:solidFill>
                  <a:srgbClr val="F9F9F9"/>
                </a:solidFill>
                <a:latin typeface="IBM Plex Sans" charset="0"/>
                <a:ea typeface="IBM Plex Sans" charset="0"/>
                <a:cs typeface="IBM Plex Sans" charset="0"/>
              </a:defRPr>
            </a:lvl1pPr>
            <a:lvl2pPr>
              <a:defRPr b="0" i="0">
                <a:latin typeface="Helvetica Neue for IBM Roman" charset="0"/>
                <a:ea typeface="Helvetica Neue for IBM Roman" charset="0"/>
                <a:cs typeface="Helvetica Neue for IBM Roman" charset="0"/>
              </a:defRPr>
            </a:lvl2pPr>
          </a:lstStyle>
          <a:p>
            <a:r>
              <a:rPr lang="en-US" dirty="0"/>
              <a:t>Presentation Title</a:t>
            </a:r>
            <a:br>
              <a:rPr lang="en-US" dirty="0"/>
            </a:br>
            <a:r>
              <a:rPr lang="en-US" dirty="0"/>
              <a:t>Presentation Title</a:t>
            </a:r>
          </a:p>
        </p:txBody>
      </p:sp>
      <p:sp>
        <p:nvSpPr>
          <p:cNvPr id="17" name="Text Placeholder 28"/>
          <p:cNvSpPr>
            <a:spLocks noGrp="1"/>
          </p:cNvSpPr>
          <p:nvPr>
            <p:ph type="body" sz="quarter" idx="16" hasCustomPrompt="1"/>
          </p:nvPr>
        </p:nvSpPr>
        <p:spPr>
          <a:xfrm>
            <a:off x="1981200" y="8997231"/>
            <a:ext cx="9612313" cy="517525"/>
          </a:xfrm>
        </p:spPr>
        <p:txBody>
          <a:bodyPr>
            <a:noAutofit/>
          </a:bodyPr>
          <a:lstStyle>
            <a:lvl1pPr marL="0" indent="0">
              <a:buNone/>
              <a:defRPr sz="3600" b="0" i="0">
                <a:solidFill>
                  <a:srgbClr val="F9F9F9"/>
                </a:solidFill>
                <a:latin typeface="IBM Plex Sans Text" charset="0"/>
                <a:ea typeface="IBM Plex Sans Text" charset="0"/>
                <a:cs typeface="IBM Plex Sans Text" charset="0"/>
              </a:defRPr>
            </a:lvl1pPr>
          </a:lstStyle>
          <a:p>
            <a:pPr lvl="0"/>
            <a:r>
              <a:rPr lang="en-US" dirty="0"/>
              <a:t>CICS Performance</a:t>
            </a:r>
          </a:p>
        </p:txBody>
      </p:sp>
      <p:sp>
        <p:nvSpPr>
          <p:cNvPr id="18" name="Text Placeholder 28"/>
          <p:cNvSpPr>
            <a:spLocks noGrp="1"/>
          </p:cNvSpPr>
          <p:nvPr>
            <p:ph type="body" sz="quarter" idx="17" hasCustomPrompt="1"/>
          </p:nvPr>
        </p:nvSpPr>
        <p:spPr>
          <a:xfrm>
            <a:off x="1981200" y="9825187"/>
            <a:ext cx="9612313" cy="517525"/>
          </a:xfrm>
        </p:spPr>
        <p:txBody>
          <a:bodyPr>
            <a:noAutofit/>
          </a:bodyPr>
          <a:lstStyle>
            <a:lvl1pPr marL="0" indent="0">
              <a:buNone/>
              <a:defRPr sz="3600" b="0" i="0">
                <a:solidFill>
                  <a:srgbClr val="F9F9F9"/>
                </a:solidFill>
                <a:latin typeface="IBM Plex Sans Text" charset="0"/>
                <a:ea typeface="IBM Plex Sans Text" charset="0"/>
                <a:cs typeface="IBM Plex Sans Text" charset="0"/>
              </a:defRPr>
            </a:lvl1pPr>
          </a:lstStyle>
          <a:p>
            <a:pPr lvl="0"/>
            <a:r>
              <a:rPr lang="en-US" dirty="0"/>
              <a:t>Date</a:t>
            </a:r>
          </a:p>
        </p:txBody>
      </p:sp>
      <p:sp>
        <p:nvSpPr>
          <p:cNvPr id="19" name="Text Placeholder 28"/>
          <p:cNvSpPr>
            <a:spLocks noGrp="1"/>
          </p:cNvSpPr>
          <p:nvPr>
            <p:ph type="body" sz="quarter" idx="18"/>
          </p:nvPr>
        </p:nvSpPr>
        <p:spPr>
          <a:xfrm>
            <a:off x="1981200" y="8164991"/>
            <a:ext cx="9612313" cy="517525"/>
          </a:xfrm>
        </p:spPr>
        <p:txBody>
          <a:bodyPr>
            <a:noAutofit/>
          </a:bodyPr>
          <a:lstStyle>
            <a:lvl1pPr marL="0" indent="0">
              <a:buNone/>
              <a:defRPr sz="3600" b="1">
                <a:solidFill>
                  <a:srgbClr val="F9F9F9"/>
                </a:solidFill>
                <a:latin typeface="IBM Plex Sans" charset="0"/>
                <a:ea typeface="IBM Plex Sans" charset="0"/>
                <a:cs typeface="IBM Plex Sans" charset="0"/>
              </a:defRPr>
            </a:lvl1pPr>
          </a:lstStyle>
          <a:p>
            <a:pPr lvl="0"/>
            <a:endParaRPr lang="en-US" dirty="0"/>
          </a:p>
        </p:txBody>
      </p:sp>
      <p:pic>
        <p:nvPicPr>
          <p:cNvPr id="10" name="Picture 9"/>
          <p:cNvPicPr>
            <a:picLocks noChangeAspect="1"/>
          </p:cNvPicPr>
          <p:nvPr userDrawn="1"/>
        </p:nvPicPr>
        <p:blipFill>
          <a:blip r:embed="rId2"/>
          <a:stretch>
            <a:fillRect/>
          </a:stretch>
        </p:blipFill>
        <p:spPr>
          <a:xfrm>
            <a:off x="1371600" y="12580759"/>
            <a:ext cx="1016000" cy="406400"/>
          </a:xfrm>
          <a:prstGeom prst="rect">
            <a:avLst/>
          </a:prstGeom>
        </p:spPr>
      </p:pic>
      <p:sp>
        <p:nvSpPr>
          <p:cNvPr id="12" name="TextBox 11"/>
          <p:cNvSpPr txBox="1"/>
          <p:nvPr userDrawn="1"/>
        </p:nvSpPr>
        <p:spPr>
          <a:xfrm>
            <a:off x="2834640" y="12710159"/>
            <a:ext cx="3474720" cy="184666"/>
          </a:xfrm>
          <a:prstGeom prst="rect">
            <a:avLst/>
          </a:prstGeom>
          <a:noFill/>
        </p:spPr>
        <p:txBody>
          <a:bodyPr wrap="square" lIns="0" tIns="0" rIns="0" bIns="0" rtlCol="0">
            <a:spAutoFit/>
          </a:bodyPr>
          <a:lstStyle/>
          <a:p>
            <a:r>
              <a:rPr lang="en-US" sz="1200" b="0" i="0" u="none" kern="1200" baseline="0" dirty="0">
                <a:solidFill>
                  <a:schemeClr val="bg1"/>
                </a:solidFill>
                <a:latin typeface="IBM Plex Sans Text" charset="0"/>
                <a:ea typeface="IBM Plex Sans Text" charset="0"/>
                <a:cs typeface="IBM Plex Sans Text" charset="0"/>
              </a:rPr>
              <a:t>©2026 IBM Corporation </a:t>
            </a:r>
            <a:endParaRPr lang="en-US" sz="1200" b="0" i="0" dirty="0">
              <a:solidFill>
                <a:schemeClr val="bg1"/>
              </a:solidFill>
              <a:latin typeface="IBM Plex Sans Text" charset="0"/>
              <a:ea typeface="IBM Plex Sans Text" charset="0"/>
              <a:cs typeface="IBM Plex Sans Text" charset="0"/>
            </a:endParaRPr>
          </a:p>
        </p:txBody>
      </p:sp>
      <p:pic>
        <p:nvPicPr>
          <p:cNvPr id="2" name="Picture 1"/>
          <p:cNvPicPr>
            <a:picLocks noChangeAspect="1"/>
          </p:cNvPicPr>
          <p:nvPr userDrawn="1"/>
        </p:nvPicPr>
        <p:blipFill>
          <a:blip r:embed="rId3"/>
          <a:stretch>
            <a:fillRect/>
          </a:stretch>
        </p:blipFill>
        <p:spPr>
          <a:xfrm>
            <a:off x="12952413" y="0"/>
            <a:ext cx="11430000" cy="13716000"/>
          </a:xfrm>
          <a:prstGeom prst="rect">
            <a:avLst/>
          </a:prstGeom>
        </p:spPr>
      </p:pic>
      <p:pic>
        <p:nvPicPr>
          <p:cNvPr id="3" name="Picture 2">
            <a:extLst>
              <a:ext uri="{FF2B5EF4-FFF2-40B4-BE49-F238E27FC236}">
                <a16:creationId xmlns:a16="http://schemas.microsoft.com/office/drawing/2014/main" id="{7DD4C6AA-1E2C-484A-AA47-6430C27FD8F1}"/>
              </a:ext>
            </a:extLst>
          </p:cNvPr>
          <p:cNvPicPr>
            <a:picLocks noChangeAspect="1"/>
          </p:cNvPicPr>
          <p:nvPr userDrawn="1"/>
        </p:nvPicPr>
        <p:blipFill>
          <a:blip r:embed="rId4"/>
          <a:stretch>
            <a:fillRect/>
          </a:stretch>
        </p:blipFill>
        <p:spPr>
          <a:xfrm>
            <a:off x="1580572" y="3131127"/>
            <a:ext cx="3819245" cy="1339586"/>
          </a:xfrm>
          <a:prstGeom prst="rect">
            <a:avLst/>
          </a:prstGeom>
        </p:spPr>
      </p:pic>
      <p:sp>
        <p:nvSpPr>
          <p:cNvPr id="4" name="Footer Placeholder 4">
            <a:extLst>
              <a:ext uri="{FF2B5EF4-FFF2-40B4-BE49-F238E27FC236}">
                <a16:creationId xmlns:a16="http://schemas.microsoft.com/office/drawing/2014/main" id="{C93898C2-DB21-1515-31D2-C1687FBD9907}"/>
              </a:ext>
            </a:extLst>
          </p:cNvPr>
          <p:cNvSpPr>
            <a:spLocks noGrp="1"/>
          </p:cNvSpPr>
          <p:nvPr>
            <p:ph type="ftr" sz="quarter" idx="19"/>
          </p:nvPr>
        </p:nvSpPr>
        <p:spPr>
          <a:xfrm>
            <a:off x="8076674" y="12437367"/>
            <a:ext cx="8229064" cy="730250"/>
          </a:xfrm>
        </p:spPr>
        <p:txBody>
          <a:bodyPr/>
          <a:lstStyle/>
          <a:p>
            <a:r>
              <a:rPr lang="en-US" dirty="0"/>
              <a:t>IBM CICS sample: XFCREQ </a:t>
            </a:r>
          </a:p>
        </p:txBody>
      </p:sp>
    </p:spTree>
    <p:extLst>
      <p:ext uri="{BB962C8B-B14F-4D97-AF65-F5344CB8AC3E}">
        <p14:creationId xmlns:p14="http://schemas.microsoft.com/office/powerpoint/2010/main" val="1789517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Light)">
    <p:bg>
      <p:bgPr>
        <a:solidFill>
          <a:srgbClr val="F9F9F9"/>
        </a:solidFill>
        <a:effectLst/>
      </p:bgPr>
    </p:bg>
    <p:spTree>
      <p:nvGrpSpPr>
        <p:cNvPr id="1" name=""/>
        <p:cNvGrpSpPr/>
        <p:nvPr/>
      </p:nvGrpSpPr>
      <p:grpSpPr>
        <a:xfrm>
          <a:off x="0" y="0"/>
          <a:ext cx="0" cy="0"/>
          <a:chOff x="0" y="0"/>
          <a:chExt cx="0" cy="0"/>
        </a:xfrm>
      </p:grpSpPr>
      <p:sp>
        <p:nvSpPr>
          <p:cNvPr id="18" name="Shape 15"/>
          <p:cNvSpPr>
            <a:spLocks noGrp="1"/>
          </p:cNvSpPr>
          <p:nvPr>
            <p:ph type="body" sz="quarter" idx="14" hasCustomPrompt="1"/>
          </p:nvPr>
        </p:nvSpPr>
        <p:spPr>
          <a:xfrm>
            <a:off x="1968500" y="5171853"/>
            <a:ext cx="11595100" cy="2048966"/>
          </a:xfrm>
          <a:prstGeom prst="rect">
            <a:avLst/>
          </a:prstGeom>
        </p:spPr>
        <p:txBody>
          <a:bodyPr anchor="t"/>
          <a:lstStyle>
            <a:lvl1pPr marL="0" indent="0">
              <a:lnSpc>
                <a:spcPct val="100000"/>
              </a:lnSpc>
              <a:spcBef>
                <a:spcPts val="0"/>
              </a:spcBef>
              <a:buNone/>
              <a:defRPr lang="en-US" sz="7200" b="1" u="none" baseline="0" smtClean="0">
                <a:solidFill>
                  <a:srgbClr val="18263B"/>
                </a:solidFill>
                <a:latin typeface="IBM Plex Sans" charset="0"/>
                <a:ea typeface="IBM Plex Sans" charset="0"/>
                <a:cs typeface="IBM Plex Sans" charset="0"/>
              </a:defRPr>
            </a:lvl1pPr>
            <a:lvl2pPr>
              <a:defRPr b="0" i="0">
                <a:latin typeface="Helvetica Neue for IBM Roman" charset="0"/>
                <a:ea typeface="Helvetica Neue for IBM Roman" charset="0"/>
                <a:cs typeface="Helvetica Neue for IBM Roman" charset="0"/>
              </a:defRPr>
            </a:lvl2pPr>
          </a:lstStyle>
          <a:p>
            <a:r>
              <a:rPr lang="en-US" dirty="0"/>
              <a:t>Presentation Title</a:t>
            </a:r>
            <a:br>
              <a:rPr lang="en-US" dirty="0"/>
            </a:br>
            <a:r>
              <a:rPr lang="en-US" dirty="0"/>
              <a:t>Presentation Title</a:t>
            </a:r>
          </a:p>
        </p:txBody>
      </p:sp>
      <p:sp>
        <p:nvSpPr>
          <p:cNvPr id="29" name="Text Placeholder 28"/>
          <p:cNvSpPr>
            <a:spLocks noGrp="1"/>
          </p:cNvSpPr>
          <p:nvPr>
            <p:ph type="body" sz="quarter" idx="16" hasCustomPrompt="1"/>
          </p:nvPr>
        </p:nvSpPr>
        <p:spPr>
          <a:xfrm>
            <a:off x="1981200" y="8997231"/>
            <a:ext cx="9612313" cy="517525"/>
          </a:xfrm>
        </p:spPr>
        <p:txBody>
          <a:bodyPr>
            <a:noAutofit/>
          </a:bodyPr>
          <a:lstStyle>
            <a:lvl1pPr marL="0" indent="0">
              <a:buNone/>
              <a:defRPr sz="3600" b="0" i="0">
                <a:solidFill>
                  <a:srgbClr val="18263B"/>
                </a:solidFill>
                <a:latin typeface="IBM Plex Sans Text" charset="0"/>
                <a:ea typeface="IBM Plex Sans Text" charset="0"/>
                <a:cs typeface="IBM Plex Sans Text" charset="0"/>
              </a:defRPr>
            </a:lvl1pPr>
          </a:lstStyle>
          <a:p>
            <a:pPr lvl="0"/>
            <a:r>
              <a:rPr lang="en-US" dirty="0"/>
              <a:t>CICS Development Services</a:t>
            </a:r>
          </a:p>
        </p:txBody>
      </p:sp>
      <p:sp>
        <p:nvSpPr>
          <p:cNvPr id="31" name="Text Placeholder 28"/>
          <p:cNvSpPr>
            <a:spLocks noGrp="1"/>
          </p:cNvSpPr>
          <p:nvPr>
            <p:ph type="body" sz="quarter" idx="17" hasCustomPrompt="1"/>
          </p:nvPr>
        </p:nvSpPr>
        <p:spPr>
          <a:xfrm>
            <a:off x="1981200" y="9825187"/>
            <a:ext cx="9612313" cy="517525"/>
          </a:xfrm>
        </p:spPr>
        <p:txBody>
          <a:bodyPr>
            <a:noAutofit/>
          </a:bodyPr>
          <a:lstStyle>
            <a:lvl1pPr marL="0" indent="0">
              <a:buNone/>
              <a:defRPr sz="3600" b="0" i="0">
                <a:solidFill>
                  <a:srgbClr val="18263B"/>
                </a:solidFill>
                <a:latin typeface="IBM Plex Sans Text" charset="0"/>
                <a:ea typeface="IBM Plex Sans Text" charset="0"/>
                <a:cs typeface="IBM Plex Sans Text" charset="0"/>
              </a:defRPr>
            </a:lvl1pPr>
          </a:lstStyle>
          <a:p>
            <a:pPr lvl="0"/>
            <a:r>
              <a:rPr lang="en-US" dirty="0"/>
              <a:t>Date</a:t>
            </a:r>
          </a:p>
        </p:txBody>
      </p:sp>
      <p:sp>
        <p:nvSpPr>
          <p:cNvPr id="32" name="Text Placeholder 28"/>
          <p:cNvSpPr>
            <a:spLocks noGrp="1"/>
          </p:cNvSpPr>
          <p:nvPr>
            <p:ph type="body" sz="quarter" idx="18" hasCustomPrompt="1"/>
          </p:nvPr>
        </p:nvSpPr>
        <p:spPr>
          <a:xfrm>
            <a:off x="1981200" y="8164991"/>
            <a:ext cx="9612313" cy="517525"/>
          </a:xfrm>
        </p:spPr>
        <p:txBody>
          <a:bodyPr>
            <a:noAutofit/>
          </a:bodyPr>
          <a:lstStyle>
            <a:lvl1pPr marL="0" indent="0">
              <a:buNone/>
              <a:defRPr sz="3600" b="1">
                <a:solidFill>
                  <a:srgbClr val="18263B"/>
                </a:solidFill>
                <a:latin typeface="IBM Plex Sans" charset="0"/>
                <a:ea typeface="IBM Plex Sans" charset="0"/>
                <a:cs typeface="IBM Plex Sans" charset="0"/>
              </a:defRPr>
            </a:lvl1pPr>
          </a:lstStyle>
          <a:p>
            <a:pPr lvl="0"/>
            <a:r>
              <a:rPr lang="en-US" dirty="0"/>
              <a:t>&lt;name&gt;	</a:t>
            </a:r>
          </a:p>
        </p:txBody>
      </p:sp>
      <p:pic>
        <p:nvPicPr>
          <p:cNvPr id="11" name="Picture 10"/>
          <p:cNvPicPr>
            <a:picLocks noChangeAspect="1"/>
          </p:cNvPicPr>
          <p:nvPr userDrawn="1"/>
        </p:nvPicPr>
        <p:blipFill>
          <a:blip r:embed="rId2"/>
          <a:stretch>
            <a:fillRect/>
          </a:stretch>
        </p:blipFill>
        <p:spPr>
          <a:xfrm>
            <a:off x="1371600" y="12580759"/>
            <a:ext cx="1016000" cy="406400"/>
          </a:xfrm>
          <a:prstGeom prst="rect">
            <a:avLst/>
          </a:prstGeom>
        </p:spPr>
      </p:pic>
      <p:sp>
        <p:nvSpPr>
          <p:cNvPr id="13" name="TextBox 12"/>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pic>
        <p:nvPicPr>
          <p:cNvPr id="3" name="Picture 2">
            <a:extLst>
              <a:ext uri="{FF2B5EF4-FFF2-40B4-BE49-F238E27FC236}">
                <a16:creationId xmlns:a16="http://schemas.microsoft.com/office/drawing/2014/main" id="{01F36214-3D5D-D749-A2B2-30C00781ED49}"/>
              </a:ext>
            </a:extLst>
          </p:cNvPr>
          <p:cNvPicPr>
            <a:picLocks noChangeAspect="1"/>
          </p:cNvPicPr>
          <p:nvPr userDrawn="1"/>
        </p:nvPicPr>
        <p:blipFill>
          <a:blip r:embed="rId3"/>
          <a:stretch>
            <a:fillRect/>
          </a:stretch>
        </p:blipFill>
        <p:spPr>
          <a:xfrm>
            <a:off x="1570930" y="3395441"/>
            <a:ext cx="3881399" cy="1333305"/>
          </a:xfrm>
          <a:prstGeom prst="rect">
            <a:avLst/>
          </a:prstGeom>
        </p:spPr>
      </p:pic>
      <p:pic>
        <p:nvPicPr>
          <p:cNvPr id="5" name="Picture 4">
            <a:extLst>
              <a:ext uri="{FF2B5EF4-FFF2-40B4-BE49-F238E27FC236}">
                <a16:creationId xmlns:a16="http://schemas.microsoft.com/office/drawing/2014/main" id="{CDF9E2A5-4461-EE46-8226-7D08E541A5FB}"/>
              </a:ext>
            </a:extLst>
          </p:cNvPr>
          <p:cNvPicPr>
            <a:picLocks noChangeAspect="1"/>
          </p:cNvPicPr>
          <p:nvPr userDrawn="1"/>
        </p:nvPicPr>
        <p:blipFill>
          <a:blip r:embed="rId4"/>
          <a:stretch>
            <a:fillRect/>
          </a:stretch>
        </p:blipFill>
        <p:spPr>
          <a:xfrm>
            <a:off x="12982596" y="0"/>
            <a:ext cx="11399817" cy="13716000"/>
          </a:xfrm>
          <a:prstGeom prst="rect">
            <a:avLst/>
          </a:prstGeom>
        </p:spPr>
      </p:pic>
      <p:sp>
        <p:nvSpPr>
          <p:cNvPr id="10" name="Footer Placeholder 4">
            <a:extLst>
              <a:ext uri="{FF2B5EF4-FFF2-40B4-BE49-F238E27FC236}">
                <a16:creationId xmlns:a16="http://schemas.microsoft.com/office/drawing/2014/main" id="{187F6FB3-3EA4-45B3-A8C5-78ECC87C4E7B}"/>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903994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Dark)">
    <p:bg>
      <p:bgPr>
        <a:solidFill>
          <a:srgbClr val="19273C"/>
        </a:solidFill>
        <a:effectLst/>
      </p:bgPr>
    </p:bg>
    <p:spTree>
      <p:nvGrpSpPr>
        <p:cNvPr id="1" name=""/>
        <p:cNvGrpSpPr/>
        <p:nvPr/>
      </p:nvGrpSpPr>
      <p:grpSpPr>
        <a:xfrm>
          <a:off x="0" y="0"/>
          <a:ext cx="0" cy="0"/>
          <a:chOff x="0" y="0"/>
          <a:chExt cx="0" cy="0"/>
        </a:xfrm>
      </p:grpSpPr>
      <p:sp>
        <p:nvSpPr>
          <p:cNvPr id="16" name="Shape 15"/>
          <p:cNvSpPr>
            <a:spLocks noGrp="1"/>
          </p:cNvSpPr>
          <p:nvPr>
            <p:ph type="body" sz="quarter" idx="14" hasCustomPrompt="1"/>
          </p:nvPr>
        </p:nvSpPr>
        <p:spPr>
          <a:xfrm>
            <a:off x="1771649" y="5171853"/>
            <a:ext cx="14837179" cy="2048966"/>
          </a:xfrm>
          <a:prstGeom prst="rect">
            <a:avLst/>
          </a:prstGeom>
        </p:spPr>
        <p:txBody>
          <a:bodyPr anchor="ctr"/>
          <a:lstStyle>
            <a:lvl1pPr marL="0" indent="0">
              <a:lnSpc>
                <a:spcPct val="100000"/>
              </a:lnSpc>
              <a:spcBef>
                <a:spcPts val="0"/>
              </a:spcBef>
              <a:buNone/>
              <a:defRPr lang="en-US" sz="7200" b="1" u="none" baseline="0" smtClean="0">
                <a:solidFill>
                  <a:srgbClr val="F9F9F9"/>
                </a:solidFill>
                <a:latin typeface="IBM Plex Sans" charset="0"/>
                <a:ea typeface="IBM Plex Sans" charset="0"/>
                <a:cs typeface="IBM Plex Sans" charset="0"/>
              </a:defRPr>
            </a:lvl1pPr>
            <a:lvl2pPr>
              <a:defRPr b="0" i="0">
                <a:latin typeface="Helvetica Neue for IBM Roman" charset="0"/>
                <a:ea typeface="Helvetica Neue for IBM Roman" charset="0"/>
                <a:cs typeface="Helvetica Neue for IBM Roman" charset="0"/>
              </a:defRPr>
            </a:lvl2pPr>
          </a:lstStyle>
          <a:p>
            <a:r>
              <a:rPr lang="en-US" dirty="0"/>
              <a:t>Section header</a:t>
            </a:r>
          </a:p>
        </p:txBody>
      </p:sp>
      <p:pic>
        <p:nvPicPr>
          <p:cNvPr id="10" name="Picture 9"/>
          <p:cNvPicPr>
            <a:picLocks noChangeAspect="1"/>
          </p:cNvPicPr>
          <p:nvPr userDrawn="1"/>
        </p:nvPicPr>
        <p:blipFill>
          <a:blip r:embed="rId2"/>
          <a:stretch>
            <a:fillRect/>
          </a:stretch>
        </p:blipFill>
        <p:spPr>
          <a:xfrm>
            <a:off x="1371600" y="12580759"/>
            <a:ext cx="1016000" cy="406400"/>
          </a:xfrm>
          <a:prstGeom prst="rect">
            <a:avLst/>
          </a:prstGeom>
        </p:spPr>
      </p:pic>
      <p:sp>
        <p:nvSpPr>
          <p:cNvPr id="12" name="TextBox 11"/>
          <p:cNvSpPr txBox="1"/>
          <p:nvPr userDrawn="1"/>
        </p:nvSpPr>
        <p:spPr>
          <a:xfrm>
            <a:off x="2805143" y="12710159"/>
            <a:ext cx="3474720" cy="184666"/>
          </a:xfrm>
          <a:prstGeom prst="rect">
            <a:avLst/>
          </a:prstGeom>
          <a:noFill/>
        </p:spPr>
        <p:txBody>
          <a:bodyPr wrap="square" lIns="0" tIns="0" rIns="0" bIns="0" rtlCol="0">
            <a:spAutoFit/>
          </a:bodyPr>
          <a:lstStyle/>
          <a:p>
            <a:r>
              <a:rPr lang="en-US" sz="1200" b="0" i="0" u="none" kern="1200" baseline="0" dirty="0">
                <a:solidFill>
                  <a:schemeClr val="bg1"/>
                </a:solidFill>
                <a:latin typeface="IBM Plex Sans Text" charset="0"/>
                <a:ea typeface="IBM Plex Sans Text" charset="0"/>
                <a:cs typeface="IBM Plex Sans Text" charset="0"/>
              </a:rPr>
              <a:t>©2026 IBM Corporation </a:t>
            </a:r>
            <a:endParaRPr lang="en-US" sz="1200" b="0" i="0" dirty="0">
              <a:solidFill>
                <a:schemeClr val="bg1"/>
              </a:solidFill>
              <a:latin typeface="IBM Plex Sans Text" charset="0"/>
              <a:ea typeface="IBM Plex Sans Text" charset="0"/>
              <a:cs typeface="IBM Plex Sans Text" charset="0"/>
            </a:endParaRPr>
          </a:p>
        </p:txBody>
      </p:sp>
      <p:pic>
        <p:nvPicPr>
          <p:cNvPr id="2" name="Picture 1"/>
          <p:cNvPicPr>
            <a:picLocks noChangeAspect="1"/>
          </p:cNvPicPr>
          <p:nvPr userDrawn="1"/>
        </p:nvPicPr>
        <p:blipFill>
          <a:blip r:embed="rId3"/>
          <a:stretch>
            <a:fillRect/>
          </a:stretch>
        </p:blipFill>
        <p:spPr>
          <a:xfrm>
            <a:off x="12952413" y="0"/>
            <a:ext cx="11430000" cy="13716000"/>
          </a:xfrm>
          <a:prstGeom prst="rect">
            <a:avLst/>
          </a:prstGeom>
        </p:spPr>
      </p:pic>
      <p:pic>
        <p:nvPicPr>
          <p:cNvPr id="3" name="Picture 2">
            <a:extLst>
              <a:ext uri="{FF2B5EF4-FFF2-40B4-BE49-F238E27FC236}">
                <a16:creationId xmlns:a16="http://schemas.microsoft.com/office/drawing/2014/main" id="{7DD4C6AA-1E2C-484A-AA47-6430C27FD8F1}"/>
              </a:ext>
            </a:extLst>
          </p:cNvPr>
          <p:cNvPicPr>
            <a:picLocks noChangeAspect="1"/>
          </p:cNvPicPr>
          <p:nvPr userDrawn="1"/>
        </p:nvPicPr>
        <p:blipFill>
          <a:blip r:embed="rId4"/>
          <a:stretch>
            <a:fillRect/>
          </a:stretch>
        </p:blipFill>
        <p:spPr>
          <a:xfrm>
            <a:off x="1580572" y="3131127"/>
            <a:ext cx="3819245" cy="1339586"/>
          </a:xfrm>
          <a:prstGeom prst="rect">
            <a:avLst/>
          </a:prstGeom>
        </p:spPr>
      </p:pic>
      <p:sp>
        <p:nvSpPr>
          <p:cNvPr id="5" name="Footer Placeholder 4">
            <a:extLst>
              <a:ext uri="{FF2B5EF4-FFF2-40B4-BE49-F238E27FC236}">
                <a16:creationId xmlns:a16="http://schemas.microsoft.com/office/drawing/2014/main" id="{8DBCFDC9-12BB-3A5C-C023-651E7500B598}"/>
              </a:ext>
            </a:extLst>
          </p:cNvPr>
          <p:cNvSpPr>
            <a:spLocks noGrp="1"/>
          </p:cNvSpPr>
          <p:nvPr>
            <p:ph type="ftr" sz="quarter" idx="16"/>
          </p:nvPr>
        </p:nvSpPr>
        <p:spPr>
          <a:xfrm>
            <a:off x="8076674" y="12437367"/>
            <a:ext cx="8229064" cy="730250"/>
          </a:xfrm>
        </p:spPr>
        <p:txBody>
          <a:bodyPr/>
          <a:lstStyle/>
          <a:p>
            <a:r>
              <a:rPr lang="en-US" dirty="0"/>
              <a:t>IBM CICS sample: XFCREQ </a:t>
            </a:r>
          </a:p>
        </p:txBody>
      </p:sp>
      <p:sp>
        <p:nvSpPr>
          <p:cNvPr id="6" name="Slide Number Placeholder 5">
            <a:extLst>
              <a:ext uri="{FF2B5EF4-FFF2-40B4-BE49-F238E27FC236}">
                <a16:creationId xmlns:a16="http://schemas.microsoft.com/office/drawing/2014/main" id="{C6577826-A6C3-E5B9-4CAD-8B2544A5CAD7}"/>
              </a:ext>
            </a:extLst>
          </p:cNvPr>
          <p:cNvSpPr>
            <a:spLocks noGrp="1"/>
          </p:cNvSpPr>
          <p:nvPr>
            <p:ph type="sldNum" sz="quarter" idx="17"/>
          </p:nvPr>
        </p:nvSpPr>
        <p:spPr/>
        <p:txBody>
          <a:bodyPr/>
          <a:lstStyle/>
          <a:p>
            <a:fld id="{5F4730B7-9024-F145-844A-A9961A63A2B3}" type="slidenum">
              <a:rPr lang="en-US" smtClean="0"/>
              <a:t>‹#›</a:t>
            </a:fld>
            <a:endParaRPr lang="en-US" dirty="0"/>
          </a:p>
        </p:txBody>
      </p:sp>
    </p:spTree>
    <p:extLst>
      <p:ext uri="{BB962C8B-B14F-4D97-AF65-F5344CB8AC3E}">
        <p14:creationId xmlns:p14="http://schemas.microsoft.com/office/powerpoint/2010/main" val="3149545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Light)">
    <p:bg>
      <p:bgPr>
        <a:solidFill>
          <a:srgbClr val="F9F9F9"/>
        </a:solidFill>
        <a:effectLst/>
      </p:bgPr>
    </p:bg>
    <p:spTree>
      <p:nvGrpSpPr>
        <p:cNvPr id="1" name=""/>
        <p:cNvGrpSpPr/>
        <p:nvPr/>
      </p:nvGrpSpPr>
      <p:grpSpPr>
        <a:xfrm>
          <a:off x="0" y="0"/>
          <a:ext cx="0" cy="0"/>
          <a:chOff x="0" y="0"/>
          <a:chExt cx="0" cy="0"/>
        </a:xfrm>
      </p:grpSpPr>
      <p:sp>
        <p:nvSpPr>
          <p:cNvPr id="18" name="Shape 15"/>
          <p:cNvSpPr>
            <a:spLocks noGrp="1"/>
          </p:cNvSpPr>
          <p:nvPr>
            <p:ph type="body" sz="quarter" idx="14" hasCustomPrompt="1"/>
          </p:nvPr>
        </p:nvSpPr>
        <p:spPr>
          <a:xfrm>
            <a:off x="1790699" y="5171853"/>
            <a:ext cx="15732529" cy="2048966"/>
          </a:xfrm>
          <a:prstGeom prst="rect">
            <a:avLst/>
          </a:prstGeom>
        </p:spPr>
        <p:txBody>
          <a:bodyPr anchor="ctr"/>
          <a:lstStyle>
            <a:lvl1pPr marL="0" indent="0">
              <a:lnSpc>
                <a:spcPct val="100000"/>
              </a:lnSpc>
              <a:spcBef>
                <a:spcPts val="0"/>
              </a:spcBef>
              <a:buNone/>
              <a:defRPr lang="en-US" sz="7200" b="1" u="none" baseline="0" smtClean="0">
                <a:solidFill>
                  <a:srgbClr val="18263B"/>
                </a:solidFill>
                <a:latin typeface="IBM Plex Sans" charset="0"/>
                <a:ea typeface="IBM Plex Sans" charset="0"/>
                <a:cs typeface="IBM Plex Sans" charset="0"/>
              </a:defRPr>
            </a:lvl1pPr>
            <a:lvl2pPr>
              <a:defRPr b="0" i="0">
                <a:latin typeface="Helvetica Neue for IBM Roman" charset="0"/>
                <a:ea typeface="Helvetica Neue for IBM Roman" charset="0"/>
                <a:cs typeface="Helvetica Neue for IBM Roman" charset="0"/>
              </a:defRPr>
            </a:lvl2pPr>
          </a:lstStyle>
          <a:p>
            <a:r>
              <a:rPr lang="en-US" dirty="0"/>
              <a:t>Section header</a:t>
            </a:r>
          </a:p>
        </p:txBody>
      </p:sp>
      <p:pic>
        <p:nvPicPr>
          <p:cNvPr id="11" name="Picture 10"/>
          <p:cNvPicPr>
            <a:picLocks noChangeAspect="1"/>
          </p:cNvPicPr>
          <p:nvPr userDrawn="1"/>
        </p:nvPicPr>
        <p:blipFill>
          <a:blip r:embed="rId2"/>
          <a:stretch>
            <a:fillRect/>
          </a:stretch>
        </p:blipFill>
        <p:spPr>
          <a:xfrm>
            <a:off x="1371600" y="12580759"/>
            <a:ext cx="1016000" cy="406400"/>
          </a:xfrm>
          <a:prstGeom prst="rect">
            <a:avLst/>
          </a:prstGeom>
        </p:spPr>
      </p:pic>
      <p:sp>
        <p:nvSpPr>
          <p:cNvPr id="13" name="TextBox 12"/>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pic>
        <p:nvPicPr>
          <p:cNvPr id="3" name="Picture 2">
            <a:extLst>
              <a:ext uri="{FF2B5EF4-FFF2-40B4-BE49-F238E27FC236}">
                <a16:creationId xmlns:a16="http://schemas.microsoft.com/office/drawing/2014/main" id="{01F36214-3D5D-D749-A2B2-30C00781ED49}"/>
              </a:ext>
            </a:extLst>
          </p:cNvPr>
          <p:cNvPicPr>
            <a:picLocks noChangeAspect="1"/>
          </p:cNvPicPr>
          <p:nvPr userDrawn="1"/>
        </p:nvPicPr>
        <p:blipFill>
          <a:blip r:embed="rId3"/>
          <a:stretch>
            <a:fillRect/>
          </a:stretch>
        </p:blipFill>
        <p:spPr>
          <a:xfrm>
            <a:off x="1580400" y="3132000"/>
            <a:ext cx="3881399" cy="1333305"/>
          </a:xfrm>
          <a:prstGeom prst="rect">
            <a:avLst/>
          </a:prstGeom>
        </p:spPr>
      </p:pic>
      <p:pic>
        <p:nvPicPr>
          <p:cNvPr id="5" name="Picture 4">
            <a:extLst>
              <a:ext uri="{FF2B5EF4-FFF2-40B4-BE49-F238E27FC236}">
                <a16:creationId xmlns:a16="http://schemas.microsoft.com/office/drawing/2014/main" id="{CDF9E2A5-4461-EE46-8226-7D08E541A5FB}"/>
              </a:ext>
            </a:extLst>
          </p:cNvPr>
          <p:cNvPicPr>
            <a:picLocks noChangeAspect="1"/>
          </p:cNvPicPr>
          <p:nvPr userDrawn="1"/>
        </p:nvPicPr>
        <p:blipFill>
          <a:blip r:embed="rId4"/>
          <a:stretch>
            <a:fillRect/>
          </a:stretch>
        </p:blipFill>
        <p:spPr>
          <a:xfrm>
            <a:off x="12982596" y="0"/>
            <a:ext cx="11399817" cy="13716000"/>
          </a:xfrm>
          <a:prstGeom prst="rect">
            <a:avLst/>
          </a:prstGeom>
        </p:spPr>
      </p:pic>
      <p:sp>
        <p:nvSpPr>
          <p:cNvPr id="8" name="Footer Placeholder 4">
            <a:extLst>
              <a:ext uri="{FF2B5EF4-FFF2-40B4-BE49-F238E27FC236}">
                <a16:creationId xmlns:a16="http://schemas.microsoft.com/office/drawing/2014/main" id="{D66DEFC3-9517-4B9D-A31B-A0A6F00366A3}"/>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4237833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371600" y="12580759"/>
            <a:ext cx="1016000" cy="406400"/>
          </a:xfrm>
          <a:prstGeom prst="rect">
            <a:avLst/>
          </a:prstGeom>
        </p:spPr>
      </p:pic>
      <p:sp>
        <p:nvSpPr>
          <p:cNvPr id="12" name="TextBox 11"/>
          <p:cNvSpPr txBox="1"/>
          <p:nvPr userDrawn="1"/>
        </p:nvSpPr>
        <p:spPr>
          <a:xfrm>
            <a:off x="1371600" y="960529"/>
            <a:ext cx="21107400" cy="923330"/>
          </a:xfrm>
          <a:prstGeom prst="rect">
            <a:avLst/>
          </a:prstGeom>
          <a:noFill/>
        </p:spPr>
        <p:txBody>
          <a:bodyPr wrap="square" lIns="0" tIns="0" rIns="0" bIns="0" rtlCol="0">
            <a:spAutoFit/>
          </a:bodyPr>
          <a:lstStyle/>
          <a:p>
            <a:r>
              <a:rPr lang="en-US" sz="6000" b="1" i="0" dirty="0">
                <a:solidFill>
                  <a:srgbClr val="18263B"/>
                </a:solidFill>
                <a:latin typeface="IBM Plex Sans" charset="0"/>
                <a:ea typeface="IBM Plex Sans" charset="0"/>
                <a:cs typeface="IBM Plex Sans" charset="0"/>
              </a:rPr>
              <a:t>Disclaimer</a:t>
            </a:r>
          </a:p>
        </p:txBody>
      </p:sp>
      <p:sp>
        <p:nvSpPr>
          <p:cNvPr id="13" name="TextBox 12"/>
          <p:cNvSpPr txBox="1"/>
          <p:nvPr userDrawn="1"/>
        </p:nvSpPr>
        <p:spPr>
          <a:xfrm>
            <a:off x="1371600" y="2495361"/>
            <a:ext cx="21639213" cy="9330503"/>
          </a:xfrm>
          <a:prstGeom prst="rect">
            <a:avLst/>
          </a:prstGeom>
          <a:noFill/>
        </p:spPr>
        <p:txBody>
          <a:bodyPr wrap="square" lIns="0" tIns="0" rIns="0" bIns="0" rtlCol="0">
            <a:spAutoFit/>
          </a:bodyPr>
          <a:lstStyle/>
          <a:p>
            <a:pPr lvl="0">
              <a:lnSpc>
                <a:spcPts val="2700"/>
              </a:lnSpc>
              <a:spcAft>
                <a:spcPts val="1800"/>
              </a:spcAft>
            </a:pPr>
            <a:r>
              <a:rPr lang="en-US" sz="2100" b="0" i="0" dirty="0">
                <a:solidFill>
                  <a:srgbClr val="18263B"/>
                </a:solidFill>
                <a:latin typeface="IBM Plex Sans" charset="0"/>
                <a:ea typeface="IBM Plex Sans" charset="0"/>
                <a:cs typeface="IBM Plex Sans" charset="0"/>
              </a:rPr>
              <a:t>IBM’s statements regarding its plans, directions and intent are subject to change or withdrawal without notice at IBM’s sole discretion.  Information regarding potential future products is intended to outline our general product direction and it should not be relied on in making a purchasing decision.  The information mentioned regarding potential future products is not a commitment, promise, or legal obligation to deliver any material, code or functionality.  Information about potential future products may not be incorporated into any contract.  The development, release, and timing of any future features or functionality described for our products remains at our sole discretion.</a:t>
            </a:r>
          </a:p>
          <a:p>
            <a:pPr lvl="0">
              <a:lnSpc>
                <a:spcPts val="2700"/>
              </a:lnSpc>
              <a:spcAft>
                <a:spcPts val="1800"/>
              </a:spcAft>
            </a:pPr>
            <a:r>
              <a:rPr lang="en-US" sz="2100" b="1" i="0" dirty="0">
                <a:solidFill>
                  <a:srgbClr val="18263B"/>
                </a:solidFill>
                <a:latin typeface="IBM Plex Sans" charset="0"/>
                <a:ea typeface="IBM Plex Sans" charset="0"/>
                <a:cs typeface="IBM Plex Sans" charset="0"/>
              </a:rPr>
              <a:t>IBM Confidential. </a:t>
            </a:r>
            <a:r>
              <a:rPr lang="en-US" sz="2100" b="0" i="0" dirty="0">
                <a:solidFill>
                  <a:srgbClr val="18263B"/>
                </a:solidFill>
                <a:latin typeface="IBM Plex Sans" charset="0"/>
                <a:ea typeface="IBM Plex Sans" charset="0"/>
                <a:cs typeface="IBM Plex Sans" charset="0"/>
              </a:rPr>
              <a:t>Unless specifically advised otherwise, you should assume that all the information presented in CICS Design Forum sessions and contained in any presentations (whether given in writing or orally) is IBM Confidential and restrict access to this information in accordance with the CICS Design Partnership Member Agreement or CICS Design Forum Supplement.</a:t>
            </a:r>
          </a:p>
          <a:p>
            <a:pPr lvl="0">
              <a:lnSpc>
                <a:spcPts val="2700"/>
              </a:lnSpc>
              <a:spcAft>
                <a:spcPts val="1800"/>
              </a:spcAft>
            </a:pPr>
            <a:r>
              <a:rPr lang="en-US" sz="2100" b="1" i="0" dirty="0">
                <a:solidFill>
                  <a:srgbClr val="18263B"/>
                </a:solidFill>
                <a:latin typeface="IBM Plex Sans" charset="0"/>
                <a:ea typeface="IBM Plex Sans" charset="0"/>
                <a:cs typeface="IBM Plex Sans" charset="0"/>
              </a:rPr>
              <a:t>Content Authority. </a:t>
            </a:r>
            <a:r>
              <a:rPr lang="en-US" sz="2100" b="0" i="0" dirty="0">
                <a:solidFill>
                  <a:srgbClr val="18263B"/>
                </a:solidFill>
                <a:latin typeface="IBM Plex Sans" charset="0"/>
                <a:ea typeface="IBM Plex Sans" charset="0"/>
                <a:cs typeface="IBM Plex Sans" charset="0"/>
              </a:rPr>
              <a:t>The workshops, sessions and materials have been prepared by IBM or the session speakers and reflect their own views.  They are provided for informational purposes only, and are neither intended to, nor shall have the effect of being, legal or other guidance or advice to any participant.  While efforts were made to verify the completeness and accuracy of the information contained in this presentation, it is provided AS-IS without warranty of any kind, express or implied. IBM shall not be responsible for any damages arising out of the use of, or otherwise related to, this presentation or any other materials.  Nothing contained in this presentation is intended to, nor shall have the effect of, creating any warranties or representations from IBM or its suppliers or licensors, or altering the terms and conditions of the applicable license agreement governing the use of IBM software.</a:t>
            </a:r>
          </a:p>
          <a:p>
            <a:pPr lvl="0">
              <a:lnSpc>
                <a:spcPts val="2700"/>
              </a:lnSpc>
              <a:spcAft>
                <a:spcPts val="1800"/>
              </a:spcAft>
            </a:pPr>
            <a:r>
              <a:rPr lang="en-US" sz="2100" b="1" i="0" dirty="0">
                <a:solidFill>
                  <a:srgbClr val="18263B"/>
                </a:solidFill>
                <a:latin typeface="IBM Plex Sans" charset="0"/>
                <a:ea typeface="IBM Plex Sans" charset="0"/>
                <a:cs typeface="IBM Plex Sans" charset="0"/>
              </a:rPr>
              <a:t>Performance. </a:t>
            </a:r>
            <a:r>
              <a:rPr lang="en-US" sz="2100" b="0" i="0" dirty="0">
                <a:solidFill>
                  <a:srgbClr val="18263B"/>
                </a:solidFill>
                <a:latin typeface="IBM Plex Sans" charset="0"/>
                <a:ea typeface="IBM Plex Sans" charset="0"/>
                <a:cs typeface="IBM Plex Sans" charset="0"/>
              </a:rPr>
              <a:t>Performance is based on measurements and projections using standard IBM benchmarks in a controlled environment.  The actual throughput or performance that any user will experience will vary depending upon many factors, including considerations such as the amount of multiprogramming in the user’s job stream, the I/O configuration, the storage configuration, and the workload processed.  Therefore, no assurance can be given that an individual user will achieve results similar to those stated here.</a:t>
            </a:r>
          </a:p>
          <a:p>
            <a:pPr lvl="0">
              <a:lnSpc>
                <a:spcPts val="2700"/>
              </a:lnSpc>
              <a:spcAft>
                <a:spcPts val="1800"/>
              </a:spcAft>
            </a:pPr>
            <a:r>
              <a:rPr lang="en-US" sz="2100" b="1" i="0" dirty="0">
                <a:solidFill>
                  <a:srgbClr val="18263B"/>
                </a:solidFill>
                <a:latin typeface="IBM Plex Sans" charset="0"/>
                <a:ea typeface="IBM Plex Sans" charset="0"/>
                <a:cs typeface="IBM Plex Sans" charset="0"/>
              </a:rPr>
              <a:t>Customer Examples. </a:t>
            </a:r>
            <a:r>
              <a:rPr lang="en-US" sz="2100" b="0" i="0" dirty="0">
                <a:solidFill>
                  <a:srgbClr val="18263B"/>
                </a:solidFill>
                <a:latin typeface="IBM Plex Sans" charset="0"/>
                <a:ea typeface="IBM Plex Sans" charset="0"/>
                <a:cs typeface="IBM Plex Sans" charset="0"/>
              </a:rPr>
              <a:t>All customer examples described are presented as illustrations of how those customers have used IBM products and the results they may have achieved.  Actual environmental costs and performance characteristics may vary by customer.  Nothing contained in these materials is intended to, nor shall have the effect of, stating or implying that any activities undertaken by you will result in any specific sales, revenue growth or other results.</a:t>
            </a:r>
          </a:p>
          <a:p>
            <a:pPr lvl="0">
              <a:lnSpc>
                <a:spcPts val="2700"/>
              </a:lnSpc>
              <a:spcAft>
                <a:spcPts val="1800"/>
              </a:spcAft>
            </a:pPr>
            <a:r>
              <a:rPr lang="en-US" sz="2100" b="1" i="0" dirty="0">
                <a:solidFill>
                  <a:srgbClr val="18263B"/>
                </a:solidFill>
                <a:latin typeface="IBM Plex Sans" charset="0"/>
                <a:ea typeface="IBM Plex Sans" charset="0"/>
                <a:cs typeface="IBM Plex Sans" charset="0"/>
              </a:rPr>
              <a:t>Availability. </a:t>
            </a:r>
            <a:r>
              <a:rPr lang="en-US" sz="2100" b="0" i="0" dirty="0">
                <a:solidFill>
                  <a:srgbClr val="18263B"/>
                </a:solidFill>
                <a:latin typeface="IBM Plex Sans" charset="0"/>
                <a:ea typeface="IBM Plex Sans" charset="0"/>
                <a:cs typeface="IBM Plex Sans" charset="0"/>
              </a:rPr>
              <a:t>References in CICS Design Forum sessions and any presentation to IBM products, programs, or services do not imply that they will be available in all countries in which IBM operates.</a:t>
            </a:r>
          </a:p>
          <a:p>
            <a:pPr lvl="0">
              <a:lnSpc>
                <a:spcPts val="2700"/>
              </a:lnSpc>
              <a:spcAft>
                <a:spcPts val="1800"/>
              </a:spcAft>
            </a:pPr>
            <a:r>
              <a:rPr lang="en-US" sz="2100" b="1" i="0" dirty="0">
                <a:solidFill>
                  <a:srgbClr val="18263B"/>
                </a:solidFill>
                <a:latin typeface="IBM Plex Sans" charset="0"/>
                <a:ea typeface="IBM Plex Sans" charset="0"/>
                <a:cs typeface="IBM Plex Sans" charset="0"/>
              </a:rPr>
              <a:t>Trademarks. </a:t>
            </a:r>
            <a:r>
              <a:rPr lang="en-US" sz="2100" b="0" i="0" dirty="0">
                <a:solidFill>
                  <a:srgbClr val="18263B"/>
                </a:solidFill>
                <a:latin typeface="IBM Plex Sans" charset="0"/>
                <a:ea typeface="IBM Plex Sans" charset="0"/>
                <a:cs typeface="IBM Plex Sans" charset="0"/>
              </a:rPr>
              <a:t>IBM, the IBM logo, and ibm.com are trademarks or registered trademarks of International Business Machines Corp., registered in many jurisdictions worldwide. Other product and service names might be trademarks of IBM or other companies. A current list of IBM trademarks is available at http://www.ibm.com/legal/copytrade.shtml </a:t>
            </a:r>
          </a:p>
        </p:txBody>
      </p:sp>
      <p:sp>
        <p:nvSpPr>
          <p:cNvPr id="8"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9" name="TextBox 8"/>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pic>
        <p:nvPicPr>
          <p:cNvPr id="3" name="Picture 2">
            <a:extLst>
              <a:ext uri="{FF2B5EF4-FFF2-40B4-BE49-F238E27FC236}">
                <a16:creationId xmlns:a16="http://schemas.microsoft.com/office/drawing/2014/main" id="{5A4883B8-44BE-1340-9775-F92586CE3E2C}"/>
              </a:ext>
            </a:extLst>
          </p:cNvPr>
          <p:cNvPicPr>
            <a:picLocks noChangeAspect="1"/>
          </p:cNvPicPr>
          <p:nvPr userDrawn="1"/>
        </p:nvPicPr>
        <p:blipFill>
          <a:blip r:embed="rId3"/>
          <a:stretch>
            <a:fillRect/>
          </a:stretch>
        </p:blipFill>
        <p:spPr>
          <a:xfrm>
            <a:off x="1156" y="903620"/>
            <a:ext cx="460086" cy="920172"/>
          </a:xfrm>
          <a:prstGeom prst="rect">
            <a:avLst/>
          </a:prstGeom>
        </p:spPr>
      </p:pic>
      <p:sp>
        <p:nvSpPr>
          <p:cNvPr id="11" name="Footer Placeholder 4">
            <a:extLst>
              <a:ext uri="{FF2B5EF4-FFF2-40B4-BE49-F238E27FC236}">
                <a16:creationId xmlns:a16="http://schemas.microsoft.com/office/drawing/2014/main" id="{25E23F2F-3B45-45D1-A138-DF4F5E4BF43C}"/>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869255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371600" y="12580759"/>
            <a:ext cx="1016000" cy="406400"/>
          </a:xfrm>
          <a:prstGeom prst="rect">
            <a:avLst/>
          </a:prstGeom>
        </p:spPr>
      </p:pic>
      <p:sp>
        <p:nvSpPr>
          <p:cNvPr id="14" name="Text Placeholder 8"/>
          <p:cNvSpPr>
            <a:spLocks noGrp="1"/>
          </p:cNvSpPr>
          <p:nvPr>
            <p:ph type="body" sz="quarter" idx="11" hasCustomPrompt="1"/>
          </p:nvPr>
        </p:nvSpPr>
        <p:spPr>
          <a:xfrm>
            <a:off x="1371600" y="1823793"/>
            <a:ext cx="21107400" cy="601255"/>
          </a:xfrm>
        </p:spPr>
        <p:txBody>
          <a:bodyPr wrap="square" lIns="0" tIns="0" rIns="0" bIns="46800" anchor="t">
            <a:spAutoFit/>
          </a:bodyPr>
          <a:lstStyle>
            <a:lvl1pPr marL="0" indent="0">
              <a:buNone/>
              <a:defRPr sz="4000" b="0" i="0">
                <a:solidFill>
                  <a:srgbClr val="18263B"/>
                </a:solidFill>
                <a:latin typeface="IBM Plex Sans Light" charset="0"/>
                <a:ea typeface="IBM Plex Sans Light" charset="0"/>
                <a:cs typeface="IBM Plex Sans Light" charset="0"/>
              </a:defRPr>
            </a:lvl1pPr>
          </a:lstStyle>
          <a:p>
            <a:pPr lvl="0"/>
            <a:r>
              <a:rPr lang="en-US" dirty="0"/>
              <a:t>This is a subtitle</a:t>
            </a:r>
          </a:p>
        </p:txBody>
      </p:sp>
      <p:sp>
        <p:nvSpPr>
          <p:cNvPr id="15" name="Title 23"/>
          <p:cNvSpPr>
            <a:spLocks noGrp="1"/>
          </p:cNvSpPr>
          <p:nvPr>
            <p:ph type="title" hasCustomPrompt="1"/>
          </p:nvPr>
        </p:nvSpPr>
        <p:spPr>
          <a:xfrm>
            <a:off x="1371600" y="927794"/>
            <a:ext cx="21107400" cy="877163"/>
          </a:xfrm>
        </p:spPr>
        <p:txBody>
          <a:bodyPr lIns="0" tIns="0" rIns="0" bIns="46800" anchor="t">
            <a:spAutoFit/>
          </a:bodyPr>
          <a:lstStyle>
            <a:lvl1pPr>
              <a:defRPr sz="6000" b="1" i="0" baseline="0">
                <a:solidFill>
                  <a:srgbClr val="18263B"/>
                </a:solidFill>
                <a:latin typeface="IBM Plex Sans" charset="0"/>
                <a:ea typeface="IBM Plex Sans" charset="0"/>
                <a:cs typeface="IBM Plex Sans" charset="0"/>
              </a:defRPr>
            </a:lvl1pPr>
          </a:lstStyle>
          <a:p>
            <a:r>
              <a:rPr lang="en-US" dirty="0"/>
              <a:t>This is a title</a:t>
            </a:r>
          </a:p>
        </p:txBody>
      </p:sp>
      <p:sp>
        <p:nvSpPr>
          <p:cNvPr id="9"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10" name="TextBox 9"/>
          <p:cNvSpPr txBox="1"/>
          <p:nvPr userDrawn="1"/>
        </p:nvSpPr>
        <p:spPr>
          <a:xfrm>
            <a:off x="2864137"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pic>
        <p:nvPicPr>
          <p:cNvPr id="11" name="Picture 10">
            <a:extLst>
              <a:ext uri="{FF2B5EF4-FFF2-40B4-BE49-F238E27FC236}">
                <a16:creationId xmlns:a16="http://schemas.microsoft.com/office/drawing/2014/main" id="{80CF2CA9-82C8-A047-9C91-DE35FD48750C}"/>
              </a:ext>
            </a:extLst>
          </p:cNvPr>
          <p:cNvPicPr>
            <a:picLocks noChangeAspect="1"/>
          </p:cNvPicPr>
          <p:nvPr userDrawn="1"/>
        </p:nvPicPr>
        <p:blipFill>
          <a:blip r:embed="rId3"/>
          <a:stretch>
            <a:fillRect/>
          </a:stretch>
        </p:blipFill>
        <p:spPr>
          <a:xfrm>
            <a:off x="1156" y="903620"/>
            <a:ext cx="460086" cy="920172"/>
          </a:xfrm>
          <a:prstGeom prst="rect">
            <a:avLst/>
          </a:prstGeom>
        </p:spPr>
      </p:pic>
      <p:sp>
        <p:nvSpPr>
          <p:cNvPr id="13" name="Footer Placeholder 4">
            <a:extLst>
              <a:ext uri="{FF2B5EF4-FFF2-40B4-BE49-F238E27FC236}">
                <a16:creationId xmlns:a16="http://schemas.microsoft.com/office/drawing/2014/main" id="{8D56589F-3C62-4E88-A362-C327ECF0B0D5}"/>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452109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371600" y="12580759"/>
            <a:ext cx="1016000" cy="406400"/>
          </a:xfrm>
          <a:prstGeom prst="rect">
            <a:avLst/>
          </a:prstGeom>
        </p:spPr>
      </p:pic>
      <p:sp>
        <p:nvSpPr>
          <p:cNvPr id="14" name="Text Placeholder 8"/>
          <p:cNvSpPr>
            <a:spLocks noGrp="1"/>
          </p:cNvSpPr>
          <p:nvPr>
            <p:ph type="body" sz="quarter" idx="11" hasCustomPrompt="1"/>
          </p:nvPr>
        </p:nvSpPr>
        <p:spPr>
          <a:xfrm>
            <a:off x="1371600" y="1823793"/>
            <a:ext cx="21107400" cy="601255"/>
          </a:xfrm>
        </p:spPr>
        <p:txBody>
          <a:bodyPr wrap="square" lIns="0" tIns="0" rIns="0" bIns="46800" anchor="t">
            <a:spAutoFit/>
          </a:bodyPr>
          <a:lstStyle>
            <a:lvl1pPr marL="0" indent="0">
              <a:buNone/>
              <a:defRPr sz="4000" b="0" i="0">
                <a:solidFill>
                  <a:srgbClr val="18263B"/>
                </a:solidFill>
                <a:latin typeface="IBM Plex Sans Light" charset="0"/>
                <a:ea typeface="IBM Plex Sans Light" charset="0"/>
                <a:cs typeface="IBM Plex Sans Light" charset="0"/>
              </a:defRPr>
            </a:lvl1pPr>
          </a:lstStyle>
          <a:p>
            <a:pPr lvl="0"/>
            <a:r>
              <a:rPr lang="en-US" dirty="0"/>
              <a:t>This is a subtitle</a:t>
            </a:r>
          </a:p>
        </p:txBody>
      </p:sp>
      <p:sp>
        <p:nvSpPr>
          <p:cNvPr id="15" name="Title 23"/>
          <p:cNvSpPr>
            <a:spLocks noGrp="1"/>
          </p:cNvSpPr>
          <p:nvPr>
            <p:ph type="title" hasCustomPrompt="1"/>
          </p:nvPr>
        </p:nvSpPr>
        <p:spPr>
          <a:xfrm>
            <a:off x="1371600" y="927794"/>
            <a:ext cx="21107400" cy="877163"/>
          </a:xfrm>
        </p:spPr>
        <p:txBody>
          <a:bodyPr lIns="0" tIns="0" rIns="0" bIns="46800" anchor="t">
            <a:spAutoFit/>
          </a:bodyPr>
          <a:lstStyle>
            <a:lvl1pPr>
              <a:defRPr sz="6000" b="1" i="0" baseline="0">
                <a:solidFill>
                  <a:srgbClr val="18263B"/>
                </a:solidFill>
                <a:latin typeface="IBM Plex Sans" charset="0"/>
                <a:ea typeface="IBM Plex Sans" charset="0"/>
                <a:cs typeface="IBM Plex Sans" charset="0"/>
              </a:defRPr>
            </a:lvl1pPr>
          </a:lstStyle>
          <a:p>
            <a:r>
              <a:rPr lang="en-US" dirty="0"/>
              <a:t>This is a title</a:t>
            </a:r>
          </a:p>
        </p:txBody>
      </p:sp>
      <p:sp>
        <p:nvSpPr>
          <p:cNvPr id="9"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10" name="TextBox 9"/>
          <p:cNvSpPr txBox="1"/>
          <p:nvPr userDrawn="1"/>
        </p:nvSpPr>
        <p:spPr>
          <a:xfrm>
            <a:off x="2864137"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pic>
        <p:nvPicPr>
          <p:cNvPr id="11" name="Picture 10">
            <a:extLst>
              <a:ext uri="{FF2B5EF4-FFF2-40B4-BE49-F238E27FC236}">
                <a16:creationId xmlns:a16="http://schemas.microsoft.com/office/drawing/2014/main" id="{80CF2CA9-82C8-A047-9C91-DE35FD48750C}"/>
              </a:ext>
            </a:extLst>
          </p:cNvPr>
          <p:cNvPicPr>
            <a:picLocks noChangeAspect="1"/>
          </p:cNvPicPr>
          <p:nvPr userDrawn="1"/>
        </p:nvPicPr>
        <p:blipFill>
          <a:blip r:embed="rId3"/>
          <a:stretch>
            <a:fillRect/>
          </a:stretch>
        </p:blipFill>
        <p:spPr>
          <a:xfrm>
            <a:off x="1156" y="903620"/>
            <a:ext cx="460086" cy="920172"/>
          </a:xfrm>
          <a:prstGeom prst="rect">
            <a:avLst/>
          </a:prstGeom>
        </p:spPr>
      </p:pic>
      <p:sp>
        <p:nvSpPr>
          <p:cNvPr id="13" name="Footer Placeholder 4">
            <a:extLst>
              <a:ext uri="{FF2B5EF4-FFF2-40B4-BE49-F238E27FC236}">
                <a16:creationId xmlns:a16="http://schemas.microsoft.com/office/drawing/2014/main" id="{8D56589F-3C62-4E88-A362-C327ECF0B0D5}"/>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
        <p:nvSpPr>
          <p:cNvPr id="3" name="Text Placeholder 3">
            <a:extLst>
              <a:ext uri="{FF2B5EF4-FFF2-40B4-BE49-F238E27FC236}">
                <a16:creationId xmlns:a16="http://schemas.microsoft.com/office/drawing/2014/main" id="{3BB91D9E-FB7C-3632-C116-0564284C57D0}"/>
              </a:ext>
            </a:extLst>
          </p:cNvPr>
          <p:cNvSpPr>
            <a:spLocks noGrp="1"/>
          </p:cNvSpPr>
          <p:nvPr>
            <p:ph type="body" sz="quarter" idx="10"/>
          </p:nvPr>
        </p:nvSpPr>
        <p:spPr>
          <a:xfrm>
            <a:off x="1371599" y="2826642"/>
            <a:ext cx="21639213" cy="9610725"/>
          </a:xfrm>
        </p:spPr>
        <p:txBody>
          <a:bodyPr/>
          <a:lstStyle>
            <a:lvl1pPr marL="0" indent="0">
              <a:buFontTx/>
              <a:buNone/>
              <a:defRPr sz="3200"/>
            </a:lvl1pPr>
            <a:lvl2pPr marL="468000">
              <a:defRPr sz="2800"/>
            </a:lvl2pPr>
            <a:lvl3pPr marL="1386000">
              <a:defRPr sz="2800"/>
            </a:lvl3pPr>
            <a:lvl4pPr marL="2300400">
              <a:defRPr sz="2800"/>
            </a:lvl4pPr>
            <a:lvl5pPr marL="3214800">
              <a:defRPr sz="2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3628302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otes">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371600" y="12580759"/>
            <a:ext cx="1016000" cy="406400"/>
          </a:xfrm>
          <a:prstGeom prst="rect">
            <a:avLst/>
          </a:prstGeom>
        </p:spPr>
      </p:pic>
      <p:sp>
        <p:nvSpPr>
          <p:cNvPr id="9"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10" name="TextBox 9"/>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pic>
        <p:nvPicPr>
          <p:cNvPr id="11" name="Picture 10">
            <a:extLst>
              <a:ext uri="{FF2B5EF4-FFF2-40B4-BE49-F238E27FC236}">
                <a16:creationId xmlns:a16="http://schemas.microsoft.com/office/drawing/2014/main" id="{80CF2CA9-82C8-A047-9C91-DE35FD48750C}"/>
              </a:ext>
            </a:extLst>
          </p:cNvPr>
          <p:cNvPicPr>
            <a:picLocks noChangeAspect="1"/>
          </p:cNvPicPr>
          <p:nvPr userDrawn="1"/>
        </p:nvPicPr>
        <p:blipFill>
          <a:blip r:embed="rId3"/>
          <a:stretch>
            <a:fillRect/>
          </a:stretch>
        </p:blipFill>
        <p:spPr>
          <a:xfrm>
            <a:off x="1156" y="903620"/>
            <a:ext cx="460086" cy="920172"/>
          </a:xfrm>
          <a:prstGeom prst="rect">
            <a:avLst/>
          </a:prstGeom>
        </p:spPr>
      </p:pic>
      <p:sp>
        <p:nvSpPr>
          <p:cNvPr id="2" name="TextBox 1">
            <a:extLst>
              <a:ext uri="{FF2B5EF4-FFF2-40B4-BE49-F238E27FC236}">
                <a16:creationId xmlns:a16="http://schemas.microsoft.com/office/drawing/2014/main" id="{AC4F5C33-AF43-4379-A388-7874F429D9DA}"/>
              </a:ext>
            </a:extLst>
          </p:cNvPr>
          <p:cNvSpPr txBox="1"/>
          <p:nvPr userDrawn="1"/>
        </p:nvSpPr>
        <p:spPr>
          <a:xfrm>
            <a:off x="1371600" y="932400"/>
            <a:ext cx="21107400" cy="923330"/>
          </a:xfrm>
          <a:prstGeom prst="rect">
            <a:avLst/>
          </a:prstGeom>
          <a:noFill/>
        </p:spPr>
        <p:txBody>
          <a:bodyPr wrap="square" rtlCol="0">
            <a:spAutoFit/>
          </a:bodyPr>
          <a:lstStyle/>
          <a:p>
            <a:pPr>
              <a:lnSpc>
                <a:spcPct val="90000"/>
              </a:lnSpc>
            </a:pPr>
            <a:r>
              <a:rPr lang="en-US" sz="6000" b="1" i="0" u="none" strike="noStrike" kern="1200" baseline="0" dirty="0">
                <a:solidFill>
                  <a:srgbClr val="18263B"/>
                </a:solidFill>
                <a:latin typeface="IBM Plex Sans" panose="020B0503050203000203" pitchFamily="34" charset="0"/>
              </a:rPr>
              <a:t>Notes</a:t>
            </a:r>
            <a:endParaRPr lang="en-GB" sz="6000" b="1" i="0" baseline="0" dirty="0">
              <a:solidFill>
                <a:srgbClr val="18263B"/>
              </a:solidFill>
              <a:latin typeface="IBM Plex Sans" panose="020B0503050203000203" pitchFamily="34" charset="0"/>
              <a:ea typeface="Helvetica Neue for IBM Roman" charset="0"/>
              <a:cs typeface="Helvetica Neue for IBM Roman" charset="0"/>
            </a:endParaRPr>
          </a:p>
        </p:txBody>
      </p:sp>
      <p:sp>
        <p:nvSpPr>
          <p:cNvPr id="4" name="Text Placeholder 3">
            <a:extLst>
              <a:ext uri="{FF2B5EF4-FFF2-40B4-BE49-F238E27FC236}">
                <a16:creationId xmlns:a16="http://schemas.microsoft.com/office/drawing/2014/main" id="{B1E9FD87-C79F-402F-91C4-BF9D63C1AF4D}"/>
              </a:ext>
            </a:extLst>
          </p:cNvPr>
          <p:cNvSpPr>
            <a:spLocks noGrp="1"/>
          </p:cNvSpPr>
          <p:nvPr>
            <p:ph type="body" sz="quarter" idx="10"/>
          </p:nvPr>
        </p:nvSpPr>
        <p:spPr>
          <a:xfrm>
            <a:off x="1371600" y="2443163"/>
            <a:ext cx="21639213" cy="9610725"/>
          </a:xfrm>
        </p:spPr>
        <p:txBody>
          <a:bodyPr/>
          <a:lstStyle>
            <a:lvl1pPr marL="0" indent="0">
              <a:buFontTx/>
              <a:buNone/>
              <a:defRPr sz="3200"/>
            </a:lvl1pPr>
            <a:lvl2pPr marL="468000">
              <a:defRPr sz="2800"/>
            </a:lvl2pPr>
            <a:lvl3pPr marL="1386000">
              <a:defRPr sz="2800"/>
            </a:lvl3pPr>
            <a:lvl4pPr marL="2300400">
              <a:defRPr sz="2800"/>
            </a:lvl4pPr>
            <a:lvl5pPr marL="3214800">
              <a:defRPr sz="2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Footer Placeholder 4">
            <a:extLst>
              <a:ext uri="{FF2B5EF4-FFF2-40B4-BE49-F238E27FC236}">
                <a16:creationId xmlns:a16="http://schemas.microsoft.com/office/drawing/2014/main" id="{AE5FC621-9086-465A-9BA6-49B801E72F14}"/>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3911309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stretch>
            <a:fillRect/>
          </a:stretch>
        </p:blipFill>
        <p:spPr>
          <a:xfrm>
            <a:off x="1371600" y="12580759"/>
            <a:ext cx="1016000" cy="406400"/>
          </a:xfrm>
          <a:prstGeom prst="rect">
            <a:avLst/>
          </a:prstGeom>
        </p:spPr>
      </p:pic>
      <p:sp>
        <p:nvSpPr>
          <p:cNvPr id="17" name="Text Placeholder 4"/>
          <p:cNvSpPr>
            <a:spLocks noGrp="1"/>
          </p:cNvSpPr>
          <p:nvPr>
            <p:ph type="body" sz="quarter" idx="19" hasCustomPrompt="1"/>
          </p:nvPr>
        </p:nvSpPr>
        <p:spPr>
          <a:xfrm>
            <a:off x="1371600" y="9608460"/>
            <a:ext cx="10522722" cy="1771650"/>
          </a:xfrm>
        </p:spPr>
        <p:txBody>
          <a:bodyPr lIns="0" tIns="0" rIns="0" bIns="0">
            <a:noAutofit/>
          </a:bodyPr>
          <a:lstStyle>
            <a:lvl1pPr>
              <a:defRPr sz="2500" b="0" i="0" baseline="0">
                <a:latin typeface="IBM Plex Sans Text" charset="0"/>
                <a:ea typeface="IBM Plex Sans Text" charset="0"/>
                <a:cs typeface="IBM Plex Sans Text" charset="0"/>
              </a:defRPr>
            </a:lvl1pPr>
            <a:lvl2pPr>
              <a:defRPr sz="2400" baseline="0"/>
            </a:lvl2pPr>
            <a:lvl3pPr>
              <a:defRPr sz="2400" baseline="0"/>
            </a:lvl3pPr>
            <a:lvl4pPr>
              <a:defRPr sz="2400" baseline="0"/>
            </a:lvl4pPr>
            <a:lvl5pPr>
              <a:defRPr sz="2400" baseline="0"/>
            </a:lvl5pPr>
          </a:lstStyle>
          <a:p>
            <a:pPr marL="457177" marR="0" lvl="0" indent="-457177" algn="l" defTabSz="1828709"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dirty="0"/>
              <a:t>[example small text] Lorem ipsum dolor sit </a:t>
            </a:r>
            <a:r>
              <a:rPr lang="en-US" dirty="0" err="1"/>
              <a:t>amet</a:t>
            </a:r>
            <a:r>
              <a:rPr lang="mr-IN" dirty="0"/>
              <a:t>…</a:t>
            </a:r>
            <a:endParaRPr lang="en-US" dirty="0"/>
          </a:p>
        </p:txBody>
      </p:sp>
      <p:sp>
        <p:nvSpPr>
          <p:cNvPr id="19" name="Text Placeholder 15"/>
          <p:cNvSpPr>
            <a:spLocks noGrp="1"/>
          </p:cNvSpPr>
          <p:nvPr>
            <p:ph type="body" sz="quarter" idx="18" hasCustomPrompt="1"/>
          </p:nvPr>
        </p:nvSpPr>
        <p:spPr>
          <a:xfrm>
            <a:off x="1371600" y="3309260"/>
            <a:ext cx="10522722" cy="5806440"/>
          </a:xfrm>
        </p:spPr>
        <p:txBody>
          <a:bodyPr wrap="square" lIns="0" tIns="0" rIns="0" bIns="0">
            <a:noAutofit/>
          </a:bodyPr>
          <a:lstStyle>
            <a:lvl1pPr marL="457177" marR="0" indent="-457177" algn="l" defTabSz="1828709" rtl="0" eaLnBrk="1" fontAlgn="auto" latinLnBrk="0" hangingPunct="1">
              <a:lnSpc>
                <a:spcPct val="90000"/>
              </a:lnSpc>
              <a:spcBef>
                <a:spcPts val="2000"/>
              </a:spcBef>
              <a:spcAft>
                <a:spcPts val="0"/>
              </a:spcAft>
              <a:buClrTx/>
              <a:buSzTx/>
              <a:buFont typeface="Arial" charset="0"/>
              <a:buChar char="•"/>
              <a:tabLst/>
              <a:defRPr lang="en-US" sz="4000" b="0" i="0" baseline="0" dirty="0">
                <a:solidFill>
                  <a:srgbClr val="18263B"/>
                </a:solidFill>
                <a:latin typeface="IBM Plex Sans Text" charset="0"/>
                <a:ea typeface="IBM Plex Sans Text" charset="0"/>
                <a:cs typeface="IBM Plex Sans Text" charset="0"/>
              </a:defRPr>
            </a:lvl1pPr>
            <a:lvl2pPr marL="498475" indent="415925">
              <a:tabLst/>
              <a:defRPr sz="4000" b="0" i="0">
                <a:latin typeface="IBM Plex Sans" charset="0"/>
                <a:ea typeface="IBM Plex Sans" charset="0"/>
                <a:cs typeface="IBM Plex Sans" charset="0"/>
              </a:defRPr>
            </a:lvl2pPr>
          </a:lstStyle>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r>
              <a:rPr lang="en-US" dirty="0"/>
              <a:t>Lorem ipsum dolor sit </a:t>
            </a:r>
            <a:r>
              <a:rPr lang="en-US" dirty="0" err="1"/>
              <a:t>amet</a:t>
            </a:r>
            <a:r>
              <a:rPr lang="mr-IN" dirty="0"/>
              <a:t>…</a:t>
            </a:r>
            <a:endParaRPr lang="en-GB" dirty="0"/>
          </a:p>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endParaRPr lang="en-US" dirty="0"/>
          </a:p>
          <a:p>
            <a:pPr marL="457177" marR="0" lvl="0" indent="-457177" algn="l" defTabSz="1828709" rtl="0" eaLnBrk="1" fontAlgn="auto" latinLnBrk="0" hangingPunct="1">
              <a:lnSpc>
                <a:spcPct val="90000"/>
              </a:lnSpc>
              <a:spcBef>
                <a:spcPts val="2000"/>
              </a:spcBef>
              <a:spcAft>
                <a:spcPts val="0"/>
              </a:spcAft>
              <a:buClrTx/>
              <a:buSzTx/>
              <a:tabLst/>
              <a:defRPr/>
            </a:pPr>
            <a:r>
              <a:rPr lang="en-US" dirty="0"/>
              <a:t>List level one</a:t>
            </a:r>
          </a:p>
          <a:p>
            <a:pPr marL="1371531" marR="0" lvl="1" indent="-457177" algn="l" defTabSz="1828709" rtl="0" eaLnBrk="1" fontAlgn="auto" latinLnBrk="0" hangingPunct="1">
              <a:lnSpc>
                <a:spcPct val="90000"/>
              </a:lnSpc>
              <a:spcBef>
                <a:spcPts val="2000"/>
              </a:spcBef>
              <a:spcAft>
                <a:spcPts val="0"/>
              </a:spcAft>
              <a:buClrTx/>
              <a:buSzTx/>
              <a:buFont typeface="Arial" charset="0"/>
              <a:buChar char="•"/>
              <a:tabLst/>
              <a:defRPr/>
            </a:pPr>
            <a:r>
              <a:rPr lang="en-US" dirty="0"/>
              <a:t>List level two</a:t>
            </a:r>
          </a:p>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endParaRPr lang="en-US" dirty="0"/>
          </a:p>
        </p:txBody>
      </p:sp>
      <p:sp>
        <p:nvSpPr>
          <p:cNvPr id="11" name="Title 23"/>
          <p:cNvSpPr>
            <a:spLocks noGrp="1"/>
          </p:cNvSpPr>
          <p:nvPr>
            <p:ph type="title" hasCustomPrompt="1"/>
          </p:nvPr>
        </p:nvSpPr>
        <p:spPr>
          <a:xfrm>
            <a:off x="1371600" y="927794"/>
            <a:ext cx="21107400" cy="877163"/>
          </a:xfrm>
        </p:spPr>
        <p:txBody>
          <a:bodyPr lIns="0" tIns="0" rIns="0" bIns="46800" anchor="t">
            <a:spAutoFit/>
          </a:bodyPr>
          <a:lstStyle>
            <a:lvl1pPr>
              <a:defRPr sz="6000" b="1" i="0" baseline="0">
                <a:solidFill>
                  <a:srgbClr val="18263B"/>
                </a:solidFill>
                <a:latin typeface="IBM Plex Sans" charset="0"/>
                <a:ea typeface="IBM Plex Sans" charset="0"/>
                <a:cs typeface="IBM Plex Sans" charset="0"/>
              </a:defRPr>
            </a:lvl1pPr>
          </a:lstStyle>
          <a:p>
            <a:r>
              <a:rPr lang="en-US" dirty="0"/>
              <a:t>This is a title</a:t>
            </a:r>
          </a:p>
        </p:txBody>
      </p:sp>
      <p:sp>
        <p:nvSpPr>
          <p:cNvPr id="14"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16" name="TextBox 15"/>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sp>
        <p:nvSpPr>
          <p:cNvPr id="3" name="Content Placeholder 2"/>
          <p:cNvSpPr>
            <a:spLocks noGrp="1"/>
          </p:cNvSpPr>
          <p:nvPr>
            <p:ph sz="quarter" idx="20" hasCustomPrompt="1"/>
          </p:nvPr>
        </p:nvSpPr>
        <p:spPr>
          <a:xfrm>
            <a:off x="1371600" y="1804988"/>
            <a:ext cx="21107400" cy="603250"/>
          </a:xfrm>
        </p:spPr>
        <p:txBody>
          <a:bodyPr lIns="0" tIns="0" rIns="0" bIns="0">
            <a:normAutofit/>
          </a:bodyPr>
          <a:lstStyle>
            <a:lvl1pPr marL="0" indent="0">
              <a:buNone/>
              <a:defRPr sz="4000" b="0" i="0">
                <a:solidFill>
                  <a:srgbClr val="19273C"/>
                </a:solidFill>
                <a:latin typeface="IBM Plex Sans Light" charset="0"/>
                <a:ea typeface="IBM Plex Sans Light" charset="0"/>
                <a:cs typeface="IBM Plex Sans Light" charset="0"/>
              </a:defRPr>
            </a:lvl1pPr>
          </a:lstStyle>
          <a:p>
            <a:pPr lvl="0"/>
            <a:r>
              <a:rPr lang="en-US" dirty="0"/>
              <a:t>This is a subtitle</a:t>
            </a:r>
          </a:p>
        </p:txBody>
      </p:sp>
      <p:pic>
        <p:nvPicPr>
          <p:cNvPr id="10" name="Picture 9">
            <a:extLst>
              <a:ext uri="{FF2B5EF4-FFF2-40B4-BE49-F238E27FC236}">
                <a16:creationId xmlns:a16="http://schemas.microsoft.com/office/drawing/2014/main" id="{E8EEEB88-6A13-AE4E-B716-DD6EA1D67760}"/>
              </a:ext>
            </a:extLst>
          </p:cNvPr>
          <p:cNvPicPr>
            <a:picLocks noChangeAspect="1"/>
          </p:cNvPicPr>
          <p:nvPr userDrawn="1"/>
        </p:nvPicPr>
        <p:blipFill>
          <a:blip r:embed="rId3"/>
          <a:stretch>
            <a:fillRect/>
          </a:stretch>
        </p:blipFill>
        <p:spPr>
          <a:xfrm>
            <a:off x="1156" y="903620"/>
            <a:ext cx="460086" cy="920172"/>
          </a:xfrm>
          <a:prstGeom prst="rect">
            <a:avLst/>
          </a:prstGeom>
        </p:spPr>
      </p:pic>
      <p:sp>
        <p:nvSpPr>
          <p:cNvPr id="15" name="Footer Placeholder 4">
            <a:extLst>
              <a:ext uri="{FF2B5EF4-FFF2-40B4-BE49-F238E27FC236}">
                <a16:creationId xmlns:a16="http://schemas.microsoft.com/office/drawing/2014/main" id="{7FCC494F-5C43-4974-B38A-FF7C02B58FD0}"/>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2142461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stretch>
            <a:fillRect/>
          </a:stretch>
        </p:blipFill>
        <p:spPr>
          <a:xfrm>
            <a:off x="1371600" y="12580759"/>
            <a:ext cx="1016000" cy="406400"/>
          </a:xfrm>
          <a:prstGeom prst="rect">
            <a:avLst/>
          </a:prstGeom>
        </p:spPr>
      </p:pic>
      <p:sp>
        <p:nvSpPr>
          <p:cNvPr id="19" name="Text Placeholder 15"/>
          <p:cNvSpPr>
            <a:spLocks noGrp="1"/>
          </p:cNvSpPr>
          <p:nvPr>
            <p:ph type="body" sz="quarter" idx="18" hasCustomPrompt="1"/>
          </p:nvPr>
        </p:nvSpPr>
        <p:spPr>
          <a:xfrm>
            <a:off x="1371600" y="3309259"/>
            <a:ext cx="21107398" cy="8594565"/>
          </a:xfrm>
        </p:spPr>
        <p:txBody>
          <a:bodyPr wrap="square" lIns="0" tIns="0" rIns="0" bIns="0">
            <a:noAutofit/>
          </a:bodyPr>
          <a:lstStyle>
            <a:lvl1pPr marL="457177" marR="0" indent="-457177" algn="l" defTabSz="1828709" rtl="0" eaLnBrk="1" fontAlgn="auto" latinLnBrk="0" hangingPunct="1">
              <a:lnSpc>
                <a:spcPct val="100000"/>
              </a:lnSpc>
              <a:spcBef>
                <a:spcPts val="2000"/>
              </a:spcBef>
              <a:spcAft>
                <a:spcPts val="0"/>
              </a:spcAft>
              <a:buClrTx/>
              <a:buSzTx/>
              <a:buFont typeface="Arial" charset="0"/>
              <a:buChar char="•"/>
              <a:tabLst/>
              <a:defRPr lang="en-US" sz="4000" b="0" i="0" baseline="0" dirty="0">
                <a:solidFill>
                  <a:srgbClr val="18263B"/>
                </a:solidFill>
                <a:latin typeface="IBM Plex Sans" panose="020B0503050203000203" pitchFamily="34" charset="0"/>
                <a:ea typeface="IBM Plex Sans" panose="020B0503050203000203" pitchFamily="34" charset="0"/>
                <a:cs typeface="IBM Plex Sans" panose="020B0503050203000203" pitchFamily="34" charset="0"/>
              </a:defRPr>
            </a:lvl1pPr>
            <a:lvl2pPr marL="498475" indent="415925">
              <a:lnSpc>
                <a:spcPct val="100000"/>
              </a:lnSpc>
              <a:tabLst/>
              <a:defRPr sz="4000" b="0" i="0">
                <a:solidFill>
                  <a:srgbClr val="18263B"/>
                </a:solidFill>
                <a:latin typeface="IBM Plex Sans" panose="020B0503050203000203" pitchFamily="34" charset="0"/>
                <a:ea typeface="IBM Plex Sans" panose="020B0503050203000203" pitchFamily="34" charset="0"/>
                <a:cs typeface="IBM Plex Sans" panose="020B0503050203000203" pitchFamily="34" charset="0"/>
              </a:defRPr>
            </a:lvl2pPr>
          </a:lstStyle>
          <a:p>
            <a:pPr marL="457177" marR="0" lvl="0" indent="-457177" algn="l" defTabSz="1828709" rtl="0" eaLnBrk="1" fontAlgn="auto" latinLnBrk="0" hangingPunct="1">
              <a:lnSpc>
                <a:spcPct val="90000"/>
              </a:lnSpc>
              <a:spcBef>
                <a:spcPts val="2000"/>
              </a:spcBef>
              <a:spcAft>
                <a:spcPts val="0"/>
              </a:spcAft>
              <a:buClrTx/>
              <a:buSzTx/>
              <a:tabLst/>
              <a:defRPr/>
            </a:pPr>
            <a:r>
              <a:rPr lang="en-US" dirty="0"/>
              <a:t>List level one</a:t>
            </a:r>
          </a:p>
          <a:p>
            <a:pPr marL="1371531" marR="0" lvl="1" indent="-457177" algn="l" defTabSz="1828709" rtl="0" eaLnBrk="1" fontAlgn="auto" latinLnBrk="0" hangingPunct="1">
              <a:lnSpc>
                <a:spcPct val="90000"/>
              </a:lnSpc>
              <a:spcBef>
                <a:spcPts val="2000"/>
              </a:spcBef>
              <a:spcAft>
                <a:spcPts val="0"/>
              </a:spcAft>
              <a:buClrTx/>
              <a:buSzTx/>
              <a:buFont typeface="Arial" charset="0"/>
              <a:buChar char="•"/>
              <a:tabLst/>
              <a:defRPr/>
            </a:pPr>
            <a:r>
              <a:rPr lang="en-US" dirty="0"/>
              <a:t>List level two</a:t>
            </a:r>
          </a:p>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endParaRPr lang="en-US" dirty="0"/>
          </a:p>
        </p:txBody>
      </p:sp>
      <p:sp>
        <p:nvSpPr>
          <p:cNvPr id="11" name="Title 23"/>
          <p:cNvSpPr>
            <a:spLocks noGrp="1"/>
          </p:cNvSpPr>
          <p:nvPr>
            <p:ph type="title" hasCustomPrompt="1"/>
          </p:nvPr>
        </p:nvSpPr>
        <p:spPr>
          <a:xfrm>
            <a:off x="1371600" y="927794"/>
            <a:ext cx="21107400" cy="877163"/>
          </a:xfrm>
        </p:spPr>
        <p:txBody>
          <a:bodyPr lIns="0" tIns="0" rIns="0" bIns="46800" anchor="t">
            <a:spAutoFit/>
          </a:bodyPr>
          <a:lstStyle>
            <a:lvl1pPr>
              <a:defRPr sz="6000" b="1" i="0" baseline="0">
                <a:solidFill>
                  <a:srgbClr val="18263B"/>
                </a:solidFill>
                <a:latin typeface="IBM Plex Sans" charset="0"/>
                <a:ea typeface="IBM Plex Sans" charset="0"/>
                <a:cs typeface="IBM Plex Sans" charset="0"/>
              </a:defRPr>
            </a:lvl1pPr>
          </a:lstStyle>
          <a:p>
            <a:r>
              <a:rPr lang="en-US" dirty="0"/>
              <a:t>This is a title</a:t>
            </a:r>
          </a:p>
        </p:txBody>
      </p:sp>
      <p:sp>
        <p:nvSpPr>
          <p:cNvPr id="14"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16" name="TextBox 15"/>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pic>
        <p:nvPicPr>
          <p:cNvPr id="10" name="Picture 9">
            <a:extLst>
              <a:ext uri="{FF2B5EF4-FFF2-40B4-BE49-F238E27FC236}">
                <a16:creationId xmlns:a16="http://schemas.microsoft.com/office/drawing/2014/main" id="{E8EEEB88-6A13-AE4E-B716-DD6EA1D67760}"/>
              </a:ext>
            </a:extLst>
          </p:cNvPr>
          <p:cNvPicPr>
            <a:picLocks noChangeAspect="1"/>
          </p:cNvPicPr>
          <p:nvPr userDrawn="1"/>
        </p:nvPicPr>
        <p:blipFill>
          <a:blip r:embed="rId3"/>
          <a:stretch>
            <a:fillRect/>
          </a:stretch>
        </p:blipFill>
        <p:spPr>
          <a:xfrm>
            <a:off x="1156" y="903620"/>
            <a:ext cx="460086" cy="920172"/>
          </a:xfrm>
          <a:prstGeom prst="rect">
            <a:avLst/>
          </a:prstGeom>
        </p:spPr>
      </p:pic>
      <p:sp>
        <p:nvSpPr>
          <p:cNvPr id="9" name="Footer Placeholder 4">
            <a:extLst>
              <a:ext uri="{FF2B5EF4-FFF2-40B4-BE49-F238E27FC236}">
                <a16:creationId xmlns:a16="http://schemas.microsoft.com/office/drawing/2014/main" id="{1E337510-6596-4942-925D-32A78F20A615}"/>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986313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ey features">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stretch>
            <a:fillRect/>
          </a:stretch>
        </p:blipFill>
        <p:spPr>
          <a:xfrm>
            <a:off x="1371600" y="12580759"/>
            <a:ext cx="1016000" cy="406400"/>
          </a:xfrm>
          <a:prstGeom prst="rect">
            <a:avLst/>
          </a:prstGeom>
        </p:spPr>
      </p:pic>
      <p:sp>
        <p:nvSpPr>
          <p:cNvPr id="19" name="Text Placeholder 15"/>
          <p:cNvSpPr>
            <a:spLocks noGrp="1"/>
          </p:cNvSpPr>
          <p:nvPr>
            <p:ph type="body" sz="quarter" idx="18" hasCustomPrompt="1"/>
          </p:nvPr>
        </p:nvSpPr>
        <p:spPr>
          <a:xfrm>
            <a:off x="1371600" y="3309259"/>
            <a:ext cx="21107398" cy="8594565"/>
          </a:xfrm>
        </p:spPr>
        <p:txBody>
          <a:bodyPr wrap="square" lIns="0" tIns="0" rIns="0" bIns="0">
            <a:noAutofit/>
          </a:bodyPr>
          <a:lstStyle>
            <a:lvl1pPr marL="504000" marR="0" indent="-648000" algn="l" defTabSz="1828709" rtl="0" eaLnBrk="1" fontAlgn="auto" latinLnBrk="0" hangingPunct="1">
              <a:lnSpc>
                <a:spcPct val="150000"/>
              </a:lnSpc>
              <a:spcBef>
                <a:spcPts val="2000"/>
              </a:spcBef>
              <a:spcAft>
                <a:spcPts val="0"/>
              </a:spcAft>
              <a:buClrTx/>
              <a:buSzTx/>
              <a:buFont typeface="Wingdings" panose="05000000000000000000" pitchFamily="2" charset="2"/>
              <a:buChar char="ü"/>
              <a:tabLst/>
              <a:defRPr lang="en-US" sz="4000" b="0" i="0" baseline="0" dirty="0">
                <a:solidFill>
                  <a:srgbClr val="18263B"/>
                </a:solidFill>
                <a:latin typeface="IBM Plex Sans" panose="020B0503050203000203" pitchFamily="34" charset="0"/>
                <a:ea typeface="IBM Plex Sans" panose="020B0503050203000203" pitchFamily="34" charset="0"/>
                <a:cs typeface="IBM Plex Sans" panose="020B0503050203000203" pitchFamily="34" charset="0"/>
              </a:defRPr>
            </a:lvl1pPr>
            <a:lvl2pPr marL="498475" indent="415925">
              <a:tabLst/>
              <a:defRPr sz="4000" b="0" i="0">
                <a:latin typeface="IBM Plex Sans" charset="0"/>
                <a:ea typeface="IBM Plex Sans" charset="0"/>
                <a:cs typeface="IBM Plex Sans" charset="0"/>
              </a:defRPr>
            </a:lvl2pPr>
          </a:lstStyle>
          <a:p>
            <a:pPr marL="457177" marR="0" lvl="0" indent="-457177" algn="l" defTabSz="1828709" rtl="0" eaLnBrk="1" fontAlgn="auto" latinLnBrk="0" hangingPunct="1">
              <a:lnSpc>
                <a:spcPct val="90000"/>
              </a:lnSpc>
              <a:spcBef>
                <a:spcPts val="2000"/>
              </a:spcBef>
              <a:spcAft>
                <a:spcPts val="0"/>
              </a:spcAft>
              <a:buClrTx/>
              <a:buSzTx/>
              <a:tabLst/>
              <a:defRPr/>
            </a:pPr>
            <a:r>
              <a:rPr lang="en-US" dirty="0"/>
              <a:t>Key feature 1</a:t>
            </a:r>
          </a:p>
          <a:p>
            <a:pPr marL="457177" marR="0" lvl="0" indent="-457177" algn="l" defTabSz="1828709" rtl="0" eaLnBrk="1" fontAlgn="auto" latinLnBrk="0" hangingPunct="1">
              <a:lnSpc>
                <a:spcPct val="90000"/>
              </a:lnSpc>
              <a:spcBef>
                <a:spcPts val="2000"/>
              </a:spcBef>
              <a:spcAft>
                <a:spcPts val="0"/>
              </a:spcAft>
              <a:buClrTx/>
              <a:buSzTx/>
              <a:tabLst/>
              <a:defRPr/>
            </a:pPr>
            <a:r>
              <a:rPr lang="en-US" dirty="0"/>
              <a:t>Key feature 2</a:t>
            </a:r>
          </a:p>
        </p:txBody>
      </p:sp>
      <p:sp>
        <p:nvSpPr>
          <p:cNvPr id="11" name="Title 23"/>
          <p:cNvSpPr>
            <a:spLocks noGrp="1"/>
          </p:cNvSpPr>
          <p:nvPr>
            <p:ph type="title" hasCustomPrompt="1"/>
          </p:nvPr>
        </p:nvSpPr>
        <p:spPr>
          <a:xfrm>
            <a:off x="1371600" y="927794"/>
            <a:ext cx="21107400" cy="877163"/>
          </a:xfrm>
        </p:spPr>
        <p:txBody>
          <a:bodyPr lIns="0" tIns="0" rIns="0" bIns="46800" anchor="t">
            <a:spAutoFit/>
          </a:bodyPr>
          <a:lstStyle>
            <a:lvl1pPr>
              <a:defRPr sz="6000" b="1" i="0" baseline="0">
                <a:solidFill>
                  <a:srgbClr val="18263B"/>
                </a:solidFill>
                <a:latin typeface="IBM Plex Sans" charset="0"/>
                <a:ea typeface="IBM Plex Sans" charset="0"/>
                <a:cs typeface="IBM Plex Sans" charset="0"/>
              </a:defRPr>
            </a:lvl1pPr>
          </a:lstStyle>
          <a:p>
            <a:r>
              <a:rPr lang="en-US" dirty="0"/>
              <a:t>This is a title</a:t>
            </a:r>
          </a:p>
        </p:txBody>
      </p:sp>
      <p:sp>
        <p:nvSpPr>
          <p:cNvPr id="14"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16" name="TextBox 15"/>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pic>
        <p:nvPicPr>
          <p:cNvPr id="10" name="Picture 9">
            <a:extLst>
              <a:ext uri="{FF2B5EF4-FFF2-40B4-BE49-F238E27FC236}">
                <a16:creationId xmlns:a16="http://schemas.microsoft.com/office/drawing/2014/main" id="{E8EEEB88-6A13-AE4E-B716-DD6EA1D67760}"/>
              </a:ext>
            </a:extLst>
          </p:cNvPr>
          <p:cNvPicPr>
            <a:picLocks noChangeAspect="1"/>
          </p:cNvPicPr>
          <p:nvPr userDrawn="1"/>
        </p:nvPicPr>
        <p:blipFill>
          <a:blip r:embed="rId3"/>
          <a:stretch>
            <a:fillRect/>
          </a:stretch>
        </p:blipFill>
        <p:spPr>
          <a:xfrm>
            <a:off x="1156" y="903620"/>
            <a:ext cx="460086" cy="920172"/>
          </a:xfrm>
          <a:prstGeom prst="rect">
            <a:avLst/>
          </a:prstGeom>
        </p:spPr>
      </p:pic>
      <p:sp>
        <p:nvSpPr>
          <p:cNvPr id="9" name="Footer Placeholder 4">
            <a:extLst>
              <a:ext uri="{FF2B5EF4-FFF2-40B4-BE49-F238E27FC236}">
                <a16:creationId xmlns:a16="http://schemas.microsoft.com/office/drawing/2014/main" id="{147E3731-7D01-4D1A-BEB3-E916FC0BC79B}"/>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35986776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stretch>
            <a:fillRect/>
          </a:stretch>
        </p:blipFill>
        <p:spPr>
          <a:xfrm>
            <a:off x="1371600" y="12580759"/>
            <a:ext cx="1016000" cy="406400"/>
          </a:xfrm>
          <a:prstGeom prst="rect">
            <a:avLst/>
          </a:prstGeom>
        </p:spPr>
      </p:pic>
      <p:sp>
        <p:nvSpPr>
          <p:cNvPr id="11" name="Title 23"/>
          <p:cNvSpPr>
            <a:spLocks noGrp="1"/>
          </p:cNvSpPr>
          <p:nvPr>
            <p:ph type="title" hasCustomPrompt="1"/>
          </p:nvPr>
        </p:nvSpPr>
        <p:spPr>
          <a:xfrm>
            <a:off x="1371600" y="927794"/>
            <a:ext cx="21107400" cy="877163"/>
          </a:xfrm>
        </p:spPr>
        <p:txBody>
          <a:bodyPr lIns="0" tIns="0" rIns="0" bIns="46800" anchor="t">
            <a:spAutoFit/>
          </a:bodyPr>
          <a:lstStyle>
            <a:lvl1pPr>
              <a:defRPr sz="6000" b="1" i="0" baseline="0">
                <a:solidFill>
                  <a:srgbClr val="18263B"/>
                </a:solidFill>
                <a:latin typeface="IBM Plex Sans" charset="0"/>
                <a:ea typeface="IBM Plex Sans" charset="0"/>
                <a:cs typeface="IBM Plex Sans" charset="0"/>
              </a:defRPr>
            </a:lvl1pPr>
          </a:lstStyle>
          <a:p>
            <a:r>
              <a:rPr lang="en-US" dirty="0"/>
              <a:t>This is a title</a:t>
            </a:r>
          </a:p>
        </p:txBody>
      </p:sp>
      <p:sp>
        <p:nvSpPr>
          <p:cNvPr id="14"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16" name="TextBox 15"/>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pic>
        <p:nvPicPr>
          <p:cNvPr id="10" name="Picture 9">
            <a:extLst>
              <a:ext uri="{FF2B5EF4-FFF2-40B4-BE49-F238E27FC236}">
                <a16:creationId xmlns:a16="http://schemas.microsoft.com/office/drawing/2014/main" id="{E8EEEB88-6A13-AE4E-B716-DD6EA1D67760}"/>
              </a:ext>
            </a:extLst>
          </p:cNvPr>
          <p:cNvPicPr>
            <a:picLocks noChangeAspect="1"/>
          </p:cNvPicPr>
          <p:nvPr userDrawn="1"/>
        </p:nvPicPr>
        <p:blipFill>
          <a:blip r:embed="rId3"/>
          <a:stretch>
            <a:fillRect/>
          </a:stretch>
        </p:blipFill>
        <p:spPr>
          <a:xfrm>
            <a:off x="1156" y="903620"/>
            <a:ext cx="460086" cy="920172"/>
          </a:xfrm>
          <a:prstGeom prst="rect">
            <a:avLst/>
          </a:prstGeom>
        </p:spPr>
      </p:pic>
      <p:sp>
        <p:nvSpPr>
          <p:cNvPr id="8" name="Footer Placeholder 4">
            <a:extLst>
              <a:ext uri="{FF2B5EF4-FFF2-40B4-BE49-F238E27FC236}">
                <a16:creationId xmlns:a16="http://schemas.microsoft.com/office/drawing/2014/main" id="{80E00D71-3CAA-4A37-AEB3-8527698B5676}"/>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3626027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7" name="Text Placeholder 15"/>
          <p:cNvSpPr>
            <a:spLocks noGrp="1"/>
          </p:cNvSpPr>
          <p:nvPr>
            <p:ph type="body" sz="quarter" idx="16" hasCustomPrompt="1"/>
          </p:nvPr>
        </p:nvSpPr>
        <p:spPr>
          <a:xfrm>
            <a:off x="12488091" y="3309260"/>
            <a:ext cx="10522722" cy="5806440"/>
          </a:xfrm>
        </p:spPr>
        <p:txBody>
          <a:bodyPr wrap="square" lIns="0" tIns="0" rIns="0" bIns="0">
            <a:noAutofit/>
          </a:bodyPr>
          <a:lstStyle>
            <a:lvl1pPr marL="457177" marR="0" indent="-457177" algn="l" defTabSz="1828709" rtl="0" eaLnBrk="1" fontAlgn="auto" latinLnBrk="0" hangingPunct="1">
              <a:lnSpc>
                <a:spcPct val="90000"/>
              </a:lnSpc>
              <a:spcBef>
                <a:spcPts val="2000"/>
              </a:spcBef>
              <a:spcAft>
                <a:spcPts val="0"/>
              </a:spcAft>
              <a:buClrTx/>
              <a:buSzTx/>
              <a:buFont typeface="Arial" charset="0"/>
              <a:buChar char="•"/>
              <a:tabLst/>
              <a:defRPr lang="en-US" sz="4000" b="0" i="0" baseline="0" dirty="0">
                <a:solidFill>
                  <a:srgbClr val="18263B"/>
                </a:solidFill>
                <a:latin typeface="IBM Plex Sans Text" charset="0"/>
                <a:ea typeface="IBM Plex Sans Text" charset="0"/>
                <a:cs typeface="IBM Plex Sans Text" charset="0"/>
              </a:defRPr>
            </a:lvl1pPr>
            <a:lvl2pPr marL="498475" indent="415925">
              <a:tabLst/>
              <a:defRPr sz="4000" b="0" i="0">
                <a:latin typeface="IBM Plex Sans" charset="0"/>
                <a:ea typeface="IBM Plex Sans" charset="0"/>
                <a:cs typeface="IBM Plex Sans" charset="0"/>
              </a:defRPr>
            </a:lvl2pPr>
          </a:lstStyle>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r>
              <a:rPr lang="en-US" dirty="0"/>
              <a:t>Lorem ipsum dolor sit </a:t>
            </a:r>
            <a:r>
              <a:rPr lang="en-US" dirty="0" err="1"/>
              <a:t>amet</a:t>
            </a:r>
            <a:r>
              <a:rPr lang="mr-IN" dirty="0"/>
              <a:t>…</a:t>
            </a:r>
            <a:endParaRPr lang="en-GB" dirty="0"/>
          </a:p>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endParaRPr lang="en-US" dirty="0"/>
          </a:p>
          <a:p>
            <a:pPr marL="457177" marR="0" lvl="0" indent="-457177" algn="l" defTabSz="1828709" rtl="0" eaLnBrk="1" fontAlgn="auto" latinLnBrk="0" hangingPunct="1">
              <a:lnSpc>
                <a:spcPct val="90000"/>
              </a:lnSpc>
              <a:spcBef>
                <a:spcPts val="2000"/>
              </a:spcBef>
              <a:spcAft>
                <a:spcPts val="0"/>
              </a:spcAft>
              <a:buClrTx/>
              <a:buSzTx/>
              <a:tabLst/>
              <a:defRPr/>
            </a:pPr>
            <a:r>
              <a:rPr lang="en-US" dirty="0"/>
              <a:t>List level one</a:t>
            </a:r>
          </a:p>
          <a:p>
            <a:pPr marL="1371531" marR="0" lvl="1" indent="-457177" algn="l" defTabSz="1828709" rtl="0" eaLnBrk="1" fontAlgn="auto" latinLnBrk="0" hangingPunct="1">
              <a:lnSpc>
                <a:spcPct val="90000"/>
              </a:lnSpc>
              <a:spcBef>
                <a:spcPts val="2000"/>
              </a:spcBef>
              <a:spcAft>
                <a:spcPts val="0"/>
              </a:spcAft>
              <a:buClrTx/>
              <a:buSzTx/>
              <a:buFont typeface="Arial" charset="0"/>
              <a:buChar char="•"/>
              <a:tabLst/>
              <a:defRPr/>
            </a:pPr>
            <a:r>
              <a:rPr lang="en-US" dirty="0"/>
              <a:t>List level two</a:t>
            </a:r>
          </a:p>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endParaRPr lang="en-US" dirty="0"/>
          </a:p>
        </p:txBody>
      </p:sp>
      <p:pic>
        <p:nvPicPr>
          <p:cNvPr id="19" name="Picture 18"/>
          <p:cNvPicPr>
            <a:picLocks noChangeAspect="1"/>
          </p:cNvPicPr>
          <p:nvPr userDrawn="1"/>
        </p:nvPicPr>
        <p:blipFill>
          <a:blip r:embed="rId2"/>
          <a:stretch>
            <a:fillRect/>
          </a:stretch>
        </p:blipFill>
        <p:spPr>
          <a:xfrm>
            <a:off x="1371600" y="12580759"/>
            <a:ext cx="1016000" cy="406400"/>
          </a:xfrm>
          <a:prstGeom prst="rect">
            <a:avLst/>
          </a:prstGeom>
        </p:spPr>
      </p:pic>
      <p:sp>
        <p:nvSpPr>
          <p:cNvPr id="23" name="Text Placeholder 15"/>
          <p:cNvSpPr>
            <a:spLocks noGrp="1"/>
          </p:cNvSpPr>
          <p:nvPr>
            <p:ph type="body" sz="quarter" idx="18" hasCustomPrompt="1"/>
          </p:nvPr>
        </p:nvSpPr>
        <p:spPr>
          <a:xfrm>
            <a:off x="1371600" y="3309260"/>
            <a:ext cx="10522722" cy="5806440"/>
          </a:xfrm>
        </p:spPr>
        <p:txBody>
          <a:bodyPr wrap="square" lIns="0" tIns="0" rIns="0" bIns="0">
            <a:noAutofit/>
          </a:bodyPr>
          <a:lstStyle>
            <a:lvl1pPr marL="457177" marR="0" indent="-457177" algn="l" defTabSz="1828709" rtl="0" eaLnBrk="1" fontAlgn="auto" latinLnBrk="0" hangingPunct="1">
              <a:lnSpc>
                <a:spcPct val="90000"/>
              </a:lnSpc>
              <a:spcBef>
                <a:spcPts val="2000"/>
              </a:spcBef>
              <a:spcAft>
                <a:spcPts val="0"/>
              </a:spcAft>
              <a:buClrTx/>
              <a:buSzTx/>
              <a:buFont typeface="Arial" charset="0"/>
              <a:buChar char="•"/>
              <a:tabLst/>
              <a:defRPr lang="en-US" sz="4000" b="0" i="0" baseline="0" dirty="0">
                <a:solidFill>
                  <a:srgbClr val="18263B"/>
                </a:solidFill>
                <a:latin typeface="IBM Plex Sans Text" charset="0"/>
                <a:ea typeface="IBM Plex Sans Text" charset="0"/>
                <a:cs typeface="IBM Plex Sans Text" charset="0"/>
              </a:defRPr>
            </a:lvl1pPr>
            <a:lvl2pPr marL="498475" indent="415925">
              <a:tabLst/>
              <a:defRPr sz="4000" b="0" i="0">
                <a:latin typeface="IBM Plex Sans" charset="0"/>
                <a:ea typeface="IBM Plex Sans" charset="0"/>
                <a:cs typeface="IBM Plex Sans" charset="0"/>
              </a:defRPr>
            </a:lvl2pPr>
          </a:lstStyle>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r>
              <a:rPr lang="en-US" dirty="0"/>
              <a:t>Lorem ipsum dolor sit </a:t>
            </a:r>
            <a:r>
              <a:rPr lang="en-US" dirty="0" err="1"/>
              <a:t>amet</a:t>
            </a:r>
            <a:r>
              <a:rPr lang="mr-IN" dirty="0"/>
              <a:t>…</a:t>
            </a:r>
            <a:endParaRPr lang="en-GB" dirty="0"/>
          </a:p>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endParaRPr lang="en-US" dirty="0"/>
          </a:p>
          <a:p>
            <a:pPr marL="457177" marR="0" lvl="0" indent="-457177" algn="l" defTabSz="1828709" rtl="0" eaLnBrk="1" fontAlgn="auto" latinLnBrk="0" hangingPunct="1">
              <a:lnSpc>
                <a:spcPct val="90000"/>
              </a:lnSpc>
              <a:spcBef>
                <a:spcPts val="2000"/>
              </a:spcBef>
              <a:spcAft>
                <a:spcPts val="0"/>
              </a:spcAft>
              <a:buClrTx/>
              <a:buSzTx/>
              <a:tabLst/>
              <a:defRPr/>
            </a:pPr>
            <a:r>
              <a:rPr lang="en-US" dirty="0"/>
              <a:t>List level one</a:t>
            </a:r>
          </a:p>
          <a:p>
            <a:pPr marL="1371531" marR="0" lvl="1" indent="-457177" algn="l" defTabSz="1828709" rtl="0" eaLnBrk="1" fontAlgn="auto" latinLnBrk="0" hangingPunct="1">
              <a:lnSpc>
                <a:spcPct val="90000"/>
              </a:lnSpc>
              <a:spcBef>
                <a:spcPts val="2000"/>
              </a:spcBef>
              <a:spcAft>
                <a:spcPts val="0"/>
              </a:spcAft>
              <a:buClrTx/>
              <a:buSzTx/>
              <a:buFont typeface="Arial" charset="0"/>
              <a:buChar char="•"/>
              <a:tabLst/>
              <a:defRPr/>
            </a:pPr>
            <a:r>
              <a:rPr lang="en-US" dirty="0"/>
              <a:t>List level two</a:t>
            </a:r>
          </a:p>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endParaRPr lang="en-US" dirty="0"/>
          </a:p>
        </p:txBody>
      </p:sp>
      <p:sp>
        <p:nvSpPr>
          <p:cNvPr id="29" name="Text Placeholder 4"/>
          <p:cNvSpPr>
            <a:spLocks noGrp="1"/>
          </p:cNvSpPr>
          <p:nvPr>
            <p:ph type="body" sz="quarter" idx="19" hasCustomPrompt="1"/>
          </p:nvPr>
        </p:nvSpPr>
        <p:spPr>
          <a:xfrm>
            <a:off x="1371600" y="9608460"/>
            <a:ext cx="10522722" cy="1771650"/>
          </a:xfrm>
        </p:spPr>
        <p:txBody>
          <a:bodyPr lIns="0" tIns="0" rIns="0" bIns="0">
            <a:noAutofit/>
          </a:bodyPr>
          <a:lstStyle>
            <a:lvl1pPr>
              <a:defRPr sz="2500" b="0" i="0" baseline="0">
                <a:latin typeface="IBM Plex Sans Text" charset="0"/>
                <a:ea typeface="IBM Plex Sans Text" charset="0"/>
                <a:cs typeface="IBM Plex Sans Text" charset="0"/>
              </a:defRPr>
            </a:lvl1pPr>
            <a:lvl2pPr>
              <a:defRPr sz="2400" baseline="0"/>
            </a:lvl2pPr>
            <a:lvl3pPr>
              <a:defRPr sz="2400" baseline="0"/>
            </a:lvl3pPr>
            <a:lvl4pPr>
              <a:defRPr sz="2400" baseline="0"/>
            </a:lvl4pPr>
            <a:lvl5pPr>
              <a:defRPr sz="2400" baseline="0"/>
            </a:lvl5pPr>
          </a:lstStyle>
          <a:p>
            <a:pPr marL="457177" marR="0" lvl="0" indent="-457177" algn="l" defTabSz="1828709"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dirty="0"/>
              <a:t>[example small text] Lorem ipsum dolor sit </a:t>
            </a:r>
            <a:r>
              <a:rPr lang="en-US" dirty="0" err="1"/>
              <a:t>amet</a:t>
            </a:r>
            <a:r>
              <a:rPr lang="mr-IN" dirty="0"/>
              <a:t>…</a:t>
            </a:r>
            <a:endParaRPr lang="en-US" dirty="0"/>
          </a:p>
        </p:txBody>
      </p:sp>
      <p:sp>
        <p:nvSpPr>
          <p:cNvPr id="30" name="Text Placeholder 4"/>
          <p:cNvSpPr>
            <a:spLocks noGrp="1"/>
          </p:cNvSpPr>
          <p:nvPr>
            <p:ph type="body" sz="quarter" idx="20" hasCustomPrompt="1"/>
          </p:nvPr>
        </p:nvSpPr>
        <p:spPr>
          <a:xfrm>
            <a:off x="12488091" y="9608460"/>
            <a:ext cx="10522722" cy="1771650"/>
          </a:xfrm>
        </p:spPr>
        <p:txBody>
          <a:bodyPr lIns="0" tIns="0" rIns="0" bIns="0">
            <a:noAutofit/>
          </a:bodyPr>
          <a:lstStyle>
            <a:lvl1pPr>
              <a:defRPr sz="2500" b="0" i="0" baseline="0">
                <a:latin typeface="IBM Plex Sans Text" charset="0"/>
                <a:ea typeface="IBM Plex Sans Text" charset="0"/>
                <a:cs typeface="IBM Plex Sans Text" charset="0"/>
              </a:defRPr>
            </a:lvl1pPr>
            <a:lvl2pPr>
              <a:defRPr sz="2400" baseline="0"/>
            </a:lvl2pPr>
            <a:lvl3pPr>
              <a:defRPr sz="2400" baseline="0"/>
            </a:lvl3pPr>
            <a:lvl4pPr>
              <a:defRPr sz="2400" baseline="0"/>
            </a:lvl4pPr>
            <a:lvl5pPr>
              <a:defRPr sz="2400" baseline="0"/>
            </a:lvl5pPr>
          </a:lstStyle>
          <a:p>
            <a:pPr marL="457177" marR="0" lvl="0" indent="-457177" algn="l" defTabSz="1828709"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dirty="0"/>
              <a:t>[example small text] Lorem ipsum dolor sit </a:t>
            </a:r>
            <a:r>
              <a:rPr lang="en-US" dirty="0" err="1"/>
              <a:t>amet</a:t>
            </a:r>
            <a:r>
              <a:rPr lang="mr-IN" dirty="0"/>
              <a:t>…</a:t>
            </a:r>
            <a:endParaRPr lang="en-US" dirty="0"/>
          </a:p>
        </p:txBody>
      </p:sp>
      <p:sp>
        <p:nvSpPr>
          <p:cNvPr id="12" name="Text Placeholder 8"/>
          <p:cNvSpPr>
            <a:spLocks noGrp="1"/>
          </p:cNvSpPr>
          <p:nvPr>
            <p:ph type="body" sz="quarter" idx="11" hasCustomPrompt="1"/>
          </p:nvPr>
        </p:nvSpPr>
        <p:spPr>
          <a:xfrm>
            <a:off x="1371600" y="1823793"/>
            <a:ext cx="21107400" cy="601255"/>
          </a:xfrm>
        </p:spPr>
        <p:txBody>
          <a:bodyPr wrap="square" lIns="0" tIns="0" rIns="0" bIns="46800" anchor="t">
            <a:spAutoFit/>
          </a:bodyPr>
          <a:lstStyle>
            <a:lvl1pPr marL="0" indent="0">
              <a:buNone/>
              <a:defRPr sz="4000" b="0" i="0">
                <a:solidFill>
                  <a:srgbClr val="18263B"/>
                </a:solidFill>
                <a:latin typeface="IBM Plex Sans Light" charset="0"/>
                <a:ea typeface="IBM Plex Sans Light" charset="0"/>
                <a:cs typeface="IBM Plex Sans Light" charset="0"/>
              </a:defRPr>
            </a:lvl1pPr>
          </a:lstStyle>
          <a:p>
            <a:pPr lvl="0"/>
            <a:r>
              <a:rPr lang="en-US" dirty="0"/>
              <a:t>This is a subtitle</a:t>
            </a:r>
          </a:p>
        </p:txBody>
      </p:sp>
      <p:sp>
        <p:nvSpPr>
          <p:cNvPr id="13" name="Title 23"/>
          <p:cNvSpPr>
            <a:spLocks noGrp="1"/>
          </p:cNvSpPr>
          <p:nvPr>
            <p:ph type="title" hasCustomPrompt="1"/>
          </p:nvPr>
        </p:nvSpPr>
        <p:spPr>
          <a:xfrm>
            <a:off x="1371600" y="927794"/>
            <a:ext cx="21107400" cy="877163"/>
          </a:xfrm>
        </p:spPr>
        <p:txBody>
          <a:bodyPr lIns="0" tIns="0" rIns="0" bIns="46800" anchor="t">
            <a:spAutoFit/>
          </a:bodyPr>
          <a:lstStyle>
            <a:lvl1pPr>
              <a:defRPr sz="6000" b="1" i="0" baseline="0">
                <a:solidFill>
                  <a:srgbClr val="18263B"/>
                </a:solidFill>
                <a:latin typeface="IBM Plex Sans" charset="0"/>
                <a:ea typeface="IBM Plex Sans" charset="0"/>
                <a:cs typeface="IBM Plex Sans" charset="0"/>
              </a:defRPr>
            </a:lvl1pPr>
          </a:lstStyle>
          <a:p>
            <a:r>
              <a:rPr lang="en-US" dirty="0"/>
              <a:t>This is a title</a:t>
            </a:r>
          </a:p>
        </p:txBody>
      </p:sp>
      <p:sp>
        <p:nvSpPr>
          <p:cNvPr id="14"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15" name="TextBox 14"/>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pic>
        <p:nvPicPr>
          <p:cNvPr id="18" name="Picture 17">
            <a:extLst>
              <a:ext uri="{FF2B5EF4-FFF2-40B4-BE49-F238E27FC236}">
                <a16:creationId xmlns:a16="http://schemas.microsoft.com/office/drawing/2014/main" id="{B48EF273-DC90-D444-AC15-94E801FABBB8}"/>
              </a:ext>
            </a:extLst>
          </p:cNvPr>
          <p:cNvPicPr>
            <a:picLocks noChangeAspect="1"/>
          </p:cNvPicPr>
          <p:nvPr userDrawn="1"/>
        </p:nvPicPr>
        <p:blipFill>
          <a:blip r:embed="rId3"/>
          <a:stretch>
            <a:fillRect/>
          </a:stretch>
        </p:blipFill>
        <p:spPr>
          <a:xfrm>
            <a:off x="1156" y="903620"/>
            <a:ext cx="460086" cy="920172"/>
          </a:xfrm>
          <a:prstGeom prst="rect">
            <a:avLst/>
          </a:prstGeom>
        </p:spPr>
      </p:pic>
      <p:sp>
        <p:nvSpPr>
          <p:cNvPr id="20" name="Footer Placeholder 4">
            <a:extLst>
              <a:ext uri="{FF2B5EF4-FFF2-40B4-BE49-F238E27FC236}">
                <a16:creationId xmlns:a16="http://schemas.microsoft.com/office/drawing/2014/main" id="{5B76348A-D494-4EBF-B68B-F75A91F2736C}"/>
              </a:ext>
            </a:extLst>
          </p:cNvPr>
          <p:cNvSpPr txBox="1">
            <a:spLocks/>
          </p:cNvSpPr>
          <p:nvPr userDrawn="1"/>
        </p:nvSpPr>
        <p:spPr>
          <a:xfrm>
            <a:off x="8229075" y="12865101"/>
            <a:ext cx="8229064" cy="730250"/>
          </a:xfrm>
          <a:prstGeom prst="rect">
            <a:avLst/>
          </a:prstGeom>
        </p:spPr>
        <p:txBody>
          <a:bodyPr vert="horz" lIns="91440" tIns="45720" rIns="91440" bIns="45720" rtlCol="0" anchor="ctr"/>
          <a:lstStyle>
            <a:defPPr>
              <a:defRPr lang="en-US"/>
            </a:defPPr>
            <a:lvl1pPr marL="0" algn="ctr" defTabSz="1827154" rtl="0" eaLnBrk="1" latinLnBrk="0" hangingPunct="1">
              <a:defRPr sz="2400" kern="1200">
                <a:solidFill>
                  <a:schemeClr val="tx1"/>
                </a:solidFill>
                <a:latin typeface="+mn-lt"/>
                <a:ea typeface="+mn-ea"/>
                <a:cs typeface="+mn-cs"/>
              </a:defRPr>
            </a:lvl1pPr>
            <a:lvl2pPr marL="913577" algn="l" defTabSz="1827154" rtl="0" eaLnBrk="1" latinLnBrk="0" hangingPunct="1">
              <a:defRPr sz="3597" kern="1200">
                <a:solidFill>
                  <a:schemeClr val="tx1"/>
                </a:solidFill>
                <a:latin typeface="+mn-lt"/>
                <a:ea typeface="+mn-ea"/>
                <a:cs typeface="+mn-cs"/>
              </a:defRPr>
            </a:lvl2pPr>
            <a:lvl3pPr marL="1827154" algn="l" defTabSz="1827154" rtl="0" eaLnBrk="1" latinLnBrk="0" hangingPunct="1">
              <a:defRPr sz="3597" kern="1200">
                <a:solidFill>
                  <a:schemeClr val="tx1"/>
                </a:solidFill>
                <a:latin typeface="+mn-lt"/>
                <a:ea typeface="+mn-ea"/>
                <a:cs typeface="+mn-cs"/>
              </a:defRPr>
            </a:lvl3pPr>
            <a:lvl4pPr marL="2740731" algn="l" defTabSz="1827154" rtl="0" eaLnBrk="1" latinLnBrk="0" hangingPunct="1">
              <a:defRPr sz="3597" kern="1200">
                <a:solidFill>
                  <a:schemeClr val="tx1"/>
                </a:solidFill>
                <a:latin typeface="+mn-lt"/>
                <a:ea typeface="+mn-ea"/>
                <a:cs typeface="+mn-cs"/>
              </a:defRPr>
            </a:lvl4pPr>
            <a:lvl5pPr marL="3654308" algn="l" defTabSz="1827154" rtl="0" eaLnBrk="1" latinLnBrk="0" hangingPunct="1">
              <a:defRPr sz="3597" kern="1200">
                <a:solidFill>
                  <a:schemeClr val="tx1"/>
                </a:solidFill>
                <a:latin typeface="+mn-lt"/>
                <a:ea typeface="+mn-ea"/>
                <a:cs typeface="+mn-cs"/>
              </a:defRPr>
            </a:lvl5pPr>
            <a:lvl6pPr marL="4567885" algn="l" defTabSz="1827154" rtl="0" eaLnBrk="1" latinLnBrk="0" hangingPunct="1">
              <a:defRPr sz="3597" kern="1200">
                <a:solidFill>
                  <a:schemeClr val="tx1"/>
                </a:solidFill>
                <a:latin typeface="+mn-lt"/>
                <a:ea typeface="+mn-ea"/>
                <a:cs typeface="+mn-cs"/>
              </a:defRPr>
            </a:lvl6pPr>
            <a:lvl7pPr marL="5481462" algn="l" defTabSz="1827154" rtl="0" eaLnBrk="1" latinLnBrk="0" hangingPunct="1">
              <a:defRPr sz="3597" kern="1200">
                <a:solidFill>
                  <a:schemeClr val="tx1"/>
                </a:solidFill>
                <a:latin typeface="+mn-lt"/>
                <a:ea typeface="+mn-ea"/>
                <a:cs typeface="+mn-cs"/>
              </a:defRPr>
            </a:lvl7pPr>
            <a:lvl8pPr marL="6395039" algn="l" defTabSz="1827154" rtl="0" eaLnBrk="1" latinLnBrk="0" hangingPunct="1">
              <a:defRPr sz="3597" kern="1200">
                <a:solidFill>
                  <a:schemeClr val="tx1"/>
                </a:solidFill>
                <a:latin typeface="+mn-lt"/>
                <a:ea typeface="+mn-ea"/>
                <a:cs typeface="+mn-cs"/>
              </a:defRPr>
            </a:lvl8pPr>
            <a:lvl9pPr marL="7308616" algn="l" defTabSz="1827154" rtl="0" eaLnBrk="1" latinLnBrk="0" hangingPunct="1">
              <a:defRPr sz="3597" kern="1200">
                <a:solidFill>
                  <a:schemeClr val="tx1"/>
                </a:solidFill>
                <a:latin typeface="+mn-lt"/>
                <a:ea typeface="+mn-ea"/>
                <a:cs typeface="+mn-cs"/>
              </a:defRPr>
            </a:lvl9pPr>
          </a:lstStyle>
          <a:p>
            <a:r>
              <a:rPr lang="en-US" dirty="0"/>
              <a:t>IBM CICS sample: XFCREQ </a:t>
            </a:r>
          </a:p>
        </p:txBody>
      </p:sp>
    </p:spTree>
    <p:extLst>
      <p:ext uri="{BB962C8B-B14F-4D97-AF65-F5344CB8AC3E}">
        <p14:creationId xmlns:p14="http://schemas.microsoft.com/office/powerpoint/2010/main" val="1487280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X">
    <p:spTree>
      <p:nvGrpSpPr>
        <p:cNvPr id="1" name=""/>
        <p:cNvGrpSpPr/>
        <p:nvPr/>
      </p:nvGrpSpPr>
      <p:grpSpPr>
        <a:xfrm>
          <a:off x="0" y="0"/>
          <a:ext cx="0" cy="0"/>
          <a:chOff x="0" y="0"/>
          <a:chExt cx="0" cy="0"/>
        </a:xfrm>
      </p:grpSpPr>
      <p:sp>
        <p:nvSpPr>
          <p:cNvPr id="17" name="Picture Placeholder 19"/>
          <p:cNvSpPr>
            <a:spLocks noGrp="1"/>
          </p:cNvSpPr>
          <p:nvPr>
            <p:ph type="pic" sz="quarter" idx="16"/>
          </p:nvPr>
        </p:nvSpPr>
        <p:spPr>
          <a:xfrm>
            <a:off x="12407537" y="908961"/>
            <a:ext cx="10603276" cy="8206740"/>
          </a:xfrm>
        </p:spPr>
        <p:txBody>
          <a:bodyPr/>
          <a:lstStyle>
            <a:lvl1pPr>
              <a:defRPr>
                <a:latin typeface="IBM Plex Sans" charset="0"/>
                <a:ea typeface="IBM Plex Sans" charset="0"/>
                <a:cs typeface="IBM Plex Sans" charset="0"/>
              </a:defRPr>
            </a:lvl1pPr>
          </a:lstStyle>
          <a:p>
            <a:r>
              <a:rPr lang="en-GB" dirty="0"/>
              <a:t>Click icon to add picture</a:t>
            </a:r>
            <a:endParaRPr lang="en-US" dirty="0"/>
          </a:p>
        </p:txBody>
      </p:sp>
      <p:pic>
        <p:nvPicPr>
          <p:cNvPr id="12" name="Picture 11"/>
          <p:cNvPicPr>
            <a:picLocks noChangeAspect="1"/>
          </p:cNvPicPr>
          <p:nvPr userDrawn="1"/>
        </p:nvPicPr>
        <p:blipFill>
          <a:blip r:embed="rId2"/>
          <a:stretch>
            <a:fillRect/>
          </a:stretch>
        </p:blipFill>
        <p:spPr>
          <a:xfrm>
            <a:off x="1371600" y="12580759"/>
            <a:ext cx="1016000" cy="406400"/>
          </a:xfrm>
          <a:prstGeom prst="rect">
            <a:avLst/>
          </a:prstGeom>
        </p:spPr>
      </p:pic>
      <p:sp>
        <p:nvSpPr>
          <p:cNvPr id="28" name="Text Placeholder 4"/>
          <p:cNvSpPr>
            <a:spLocks noGrp="1"/>
          </p:cNvSpPr>
          <p:nvPr>
            <p:ph type="body" sz="quarter" idx="20" hasCustomPrompt="1"/>
          </p:nvPr>
        </p:nvSpPr>
        <p:spPr>
          <a:xfrm>
            <a:off x="12407537" y="9608460"/>
            <a:ext cx="10522722" cy="1771650"/>
          </a:xfrm>
        </p:spPr>
        <p:txBody>
          <a:bodyPr lIns="0" tIns="0" rIns="0" bIns="0">
            <a:noAutofit/>
          </a:bodyPr>
          <a:lstStyle>
            <a:lvl1pPr>
              <a:defRPr sz="2500" b="0" i="0" baseline="0">
                <a:latin typeface="IBM Plex Sans Text" charset="0"/>
                <a:ea typeface="IBM Plex Sans Text" charset="0"/>
                <a:cs typeface="IBM Plex Sans Text" charset="0"/>
              </a:defRPr>
            </a:lvl1pPr>
            <a:lvl2pPr>
              <a:defRPr sz="2400" baseline="0"/>
            </a:lvl2pPr>
            <a:lvl3pPr>
              <a:defRPr sz="2400" baseline="0"/>
            </a:lvl3pPr>
            <a:lvl4pPr>
              <a:defRPr sz="2400" baseline="0"/>
            </a:lvl4pPr>
            <a:lvl5pPr>
              <a:defRPr sz="2400" baseline="0"/>
            </a:lvl5pPr>
          </a:lstStyle>
          <a:p>
            <a:pPr marL="457177" marR="0" lvl="0" indent="-457177" algn="l" defTabSz="1828709"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dirty="0"/>
              <a:t>[example small text] Lorem ipsum dolor sit </a:t>
            </a:r>
            <a:r>
              <a:rPr lang="en-US" dirty="0" err="1"/>
              <a:t>amet</a:t>
            </a:r>
            <a:r>
              <a:rPr lang="mr-IN" dirty="0"/>
              <a:t>…</a:t>
            </a:r>
            <a:endParaRPr lang="en-US" dirty="0"/>
          </a:p>
        </p:txBody>
      </p:sp>
      <p:sp>
        <p:nvSpPr>
          <p:cNvPr id="15" name="Text Placeholder 8"/>
          <p:cNvSpPr>
            <a:spLocks noGrp="1"/>
          </p:cNvSpPr>
          <p:nvPr>
            <p:ph type="body" sz="quarter" idx="11" hasCustomPrompt="1"/>
          </p:nvPr>
        </p:nvSpPr>
        <p:spPr>
          <a:xfrm>
            <a:off x="1371600" y="1823793"/>
            <a:ext cx="10522722" cy="601255"/>
          </a:xfrm>
        </p:spPr>
        <p:txBody>
          <a:bodyPr wrap="square" lIns="0" tIns="0" rIns="0" bIns="46800" anchor="t">
            <a:spAutoFit/>
          </a:bodyPr>
          <a:lstStyle>
            <a:lvl1pPr marL="0" indent="0">
              <a:buNone/>
              <a:defRPr sz="4000" b="0" i="0">
                <a:solidFill>
                  <a:srgbClr val="18263B"/>
                </a:solidFill>
                <a:latin typeface="IBM Plex Sans Light" charset="0"/>
                <a:ea typeface="IBM Plex Sans Light" charset="0"/>
                <a:cs typeface="IBM Plex Sans Light" charset="0"/>
              </a:defRPr>
            </a:lvl1pPr>
          </a:lstStyle>
          <a:p>
            <a:pPr lvl="0"/>
            <a:r>
              <a:rPr lang="en-US" dirty="0"/>
              <a:t>This is a subtitle</a:t>
            </a:r>
          </a:p>
        </p:txBody>
      </p:sp>
      <p:sp>
        <p:nvSpPr>
          <p:cNvPr id="16" name="Title 23"/>
          <p:cNvSpPr>
            <a:spLocks noGrp="1"/>
          </p:cNvSpPr>
          <p:nvPr>
            <p:ph type="title" hasCustomPrompt="1"/>
          </p:nvPr>
        </p:nvSpPr>
        <p:spPr>
          <a:xfrm>
            <a:off x="1371600" y="927794"/>
            <a:ext cx="10522722" cy="877163"/>
          </a:xfrm>
        </p:spPr>
        <p:txBody>
          <a:bodyPr wrap="square" lIns="0" tIns="0" rIns="0" bIns="46800" anchor="t">
            <a:spAutoFit/>
          </a:bodyPr>
          <a:lstStyle>
            <a:lvl1pPr>
              <a:defRPr sz="6000" b="1" i="0" baseline="0">
                <a:solidFill>
                  <a:srgbClr val="18263B"/>
                </a:solidFill>
                <a:latin typeface="IBM Plex Sans" charset="0"/>
                <a:ea typeface="IBM Plex Sans" charset="0"/>
                <a:cs typeface="IBM Plex Sans" charset="0"/>
              </a:defRPr>
            </a:lvl1pPr>
          </a:lstStyle>
          <a:p>
            <a:r>
              <a:rPr lang="en-US" dirty="0"/>
              <a:t>This is a title</a:t>
            </a:r>
          </a:p>
        </p:txBody>
      </p:sp>
      <p:sp>
        <p:nvSpPr>
          <p:cNvPr id="18" name="Text Placeholder 15"/>
          <p:cNvSpPr>
            <a:spLocks noGrp="1"/>
          </p:cNvSpPr>
          <p:nvPr>
            <p:ph type="body" sz="quarter" idx="18" hasCustomPrompt="1"/>
          </p:nvPr>
        </p:nvSpPr>
        <p:spPr>
          <a:xfrm>
            <a:off x="1371600" y="3309260"/>
            <a:ext cx="10522722" cy="5806440"/>
          </a:xfrm>
        </p:spPr>
        <p:txBody>
          <a:bodyPr wrap="square" lIns="0" tIns="0" rIns="0" bIns="0">
            <a:noAutofit/>
          </a:bodyPr>
          <a:lstStyle>
            <a:lvl1pPr marL="457177" marR="0" indent="-457177" algn="l" defTabSz="1828709" rtl="0" eaLnBrk="1" fontAlgn="auto" latinLnBrk="0" hangingPunct="1">
              <a:lnSpc>
                <a:spcPct val="90000"/>
              </a:lnSpc>
              <a:spcBef>
                <a:spcPts val="2000"/>
              </a:spcBef>
              <a:spcAft>
                <a:spcPts val="0"/>
              </a:spcAft>
              <a:buClrTx/>
              <a:buSzTx/>
              <a:buFont typeface="Arial" charset="0"/>
              <a:buChar char="•"/>
              <a:tabLst/>
              <a:defRPr lang="en-US" sz="4000" b="0" i="0" baseline="0" dirty="0">
                <a:solidFill>
                  <a:srgbClr val="18263B"/>
                </a:solidFill>
                <a:latin typeface="IBM Plex Sans Text" charset="0"/>
                <a:ea typeface="IBM Plex Sans Text" charset="0"/>
                <a:cs typeface="IBM Plex Sans Text" charset="0"/>
              </a:defRPr>
            </a:lvl1pPr>
            <a:lvl2pPr marL="498475" indent="415925">
              <a:tabLst/>
              <a:defRPr sz="4000" b="0" i="0">
                <a:latin typeface="IBM Plex Sans" charset="0"/>
                <a:ea typeface="IBM Plex Sans" charset="0"/>
                <a:cs typeface="IBM Plex Sans" charset="0"/>
              </a:defRPr>
            </a:lvl2pPr>
          </a:lstStyle>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r>
              <a:rPr lang="en-US" dirty="0"/>
              <a:t>Lorem ipsum dolor sit </a:t>
            </a:r>
            <a:r>
              <a:rPr lang="en-US" dirty="0" err="1"/>
              <a:t>amet</a:t>
            </a:r>
            <a:r>
              <a:rPr lang="mr-IN" dirty="0"/>
              <a:t>…</a:t>
            </a:r>
            <a:endParaRPr lang="en-GB" dirty="0"/>
          </a:p>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endParaRPr lang="en-US" dirty="0"/>
          </a:p>
          <a:p>
            <a:pPr marL="457177" marR="0" lvl="0" indent="-457177" algn="l" defTabSz="1828709" rtl="0" eaLnBrk="1" fontAlgn="auto" latinLnBrk="0" hangingPunct="1">
              <a:lnSpc>
                <a:spcPct val="90000"/>
              </a:lnSpc>
              <a:spcBef>
                <a:spcPts val="2000"/>
              </a:spcBef>
              <a:spcAft>
                <a:spcPts val="0"/>
              </a:spcAft>
              <a:buClrTx/>
              <a:buSzTx/>
              <a:tabLst/>
              <a:defRPr/>
            </a:pPr>
            <a:r>
              <a:rPr lang="en-US" dirty="0"/>
              <a:t>List level one</a:t>
            </a:r>
          </a:p>
          <a:p>
            <a:pPr marL="1371531" marR="0" lvl="1" indent="-457177" algn="l" defTabSz="1828709" rtl="0" eaLnBrk="1" fontAlgn="auto" latinLnBrk="0" hangingPunct="1">
              <a:lnSpc>
                <a:spcPct val="90000"/>
              </a:lnSpc>
              <a:spcBef>
                <a:spcPts val="2000"/>
              </a:spcBef>
              <a:spcAft>
                <a:spcPts val="0"/>
              </a:spcAft>
              <a:buClrTx/>
              <a:buSzTx/>
              <a:buFont typeface="Arial" charset="0"/>
              <a:buChar char="•"/>
              <a:tabLst/>
              <a:defRPr/>
            </a:pPr>
            <a:r>
              <a:rPr lang="en-US" dirty="0"/>
              <a:t>List level two</a:t>
            </a:r>
          </a:p>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endParaRPr lang="en-US" dirty="0"/>
          </a:p>
        </p:txBody>
      </p:sp>
      <p:sp>
        <p:nvSpPr>
          <p:cNvPr id="19" name="Text Placeholder 4"/>
          <p:cNvSpPr>
            <a:spLocks noGrp="1"/>
          </p:cNvSpPr>
          <p:nvPr>
            <p:ph type="body" sz="quarter" idx="19" hasCustomPrompt="1"/>
          </p:nvPr>
        </p:nvSpPr>
        <p:spPr>
          <a:xfrm>
            <a:off x="1371600" y="9608460"/>
            <a:ext cx="10522722" cy="1771650"/>
          </a:xfrm>
        </p:spPr>
        <p:txBody>
          <a:bodyPr lIns="0" tIns="0" rIns="0" bIns="0">
            <a:noAutofit/>
          </a:bodyPr>
          <a:lstStyle>
            <a:lvl1pPr>
              <a:defRPr sz="2500" b="0" i="0" baseline="0">
                <a:latin typeface="IBM Plex Sans Text" charset="0"/>
                <a:ea typeface="IBM Plex Sans Text" charset="0"/>
                <a:cs typeface="IBM Plex Sans Text" charset="0"/>
              </a:defRPr>
            </a:lvl1pPr>
            <a:lvl2pPr>
              <a:defRPr sz="2400" baseline="0"/>
            </a:lvl2pPr>
            <a:lvl3pPr>
              <a:defRPr sz="2400" baseline="0"/>
            </a:lvl3pPr>
            <a:lvl4pPr>
              <a:defRPr sz="2400" baseline="0"/>
            </a:lvl4pPr>
            <a:lvl5pPr>
              <a:defRPr sz="2400" baseline="0"/>
            </a:lvl5pPr>
          </a:lstStyle>
          <a:p>
            <a:pPr marL="457177" marR="0" lvl="0" indent="-457177" algn="l" defTabSz="1828709"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dirty="0"/>
              <a:t>[example small text] Lorem ipsum dolor sit </a:t>
            </a:r>
            <a:r>
              <a:rPr lang="en-US" dirty="0" err="1"/>
              <a:t>amet</a:t>
            </a:r>
            <a:r>
              <a:rPr lang="mr-IN" dirty="0"/>
              <a:t>…</a:t>
            </a:r>
            <a:endParaRPr lang="en-US" dirty="0"/>
          </a:p>
        </p:txBody>
      </p:sp>
      <p:sp>
        <p:nvSpPr>
          <p:cNvPr id="20"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22" name="TextBox 21"/>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pic>
        <p:nvPicPr>
          <p:cNvPr id="13" name="Picture 12">
            <a:extLst>
              <a:ext uri="{FF2B5EF4-FFF2-40B4-BE49-F238E27FC236}">
                <a16:creationId xmlns:a16="http://schemas.microsoft.com/office/drawing/2014/main" id="{6C883F5F-5391-AD47-B087-BA3915F64B00}"/>
              </a:ext>
            </a:extLst>
          </p:cNvPr>
          <p:cNvPicPr>
            <a:picLocks noChangeAspect="1"/>
          </p:cNvPicPr>
          <p:nvPr userDrawn="1"/>
        </p:nvPicPr>
        <p:blipFill>
          <a:blip r:embed="rId3"/>
          <a:stretch>
            <a:fillRect/>
          </a:stretch>
        </p:blipFill>
        <p:spPr>
          <a:xfrm>
            <a:off x="1156" y="903620"/>
            <a:ext cx="460086" cy="920172"/>
          </a:xfrm>
          <a:prstGeom prst="rect">
            <a:avLst/>
          </a:prstGeom>
        </p:spPr>
      </p:pic>
      <p:sp>
        <p:nvSpPr>
          <p:cNvPr id="21" name="Footer Placeholder 4">
            <a:extLst>
              <a:ext uri="{FF2B5EF4-FFF2-40B4-BE49-F238E27FC236}">
                <a16:creationId xmlns:a16="http://schemas.microsoft.com/office/drawing/2014/main" id="{CAA810DD-668D-4A66-B84F-3FE7506F488C}"/>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8238206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5" name="Picture Placeholder 19"/>
          <p:cNvSpPr>
            <a:spLocks noGrp="1"/>
          </p:cNvSpPr>
          <p:nvPr>
            <p:ph type="pic" sz="quarter" idx="16"/>
          </p:nvPr>
        </p:nvSpPr>
        <p:spPr>
          <a:xfrm>
            <a:off x="12407899" y="908960"/>
            <a:ext cx="10602913" cy="10443253"/>
          </a:xfrm>
        </p:spPr>
        <p:txBody>
          <a:bodyPr/>
          <a:lstStyle>
            <a:lvl1pPr>
              <a:defRPr>
                <a:latin typeface="IBM Plex Sans" charset="0"/>
                <a:ea typeface="IBM Plex Sans" charset="0"/>
                <a:cs typeface="IBM Plex Sans" charset="0"/>
              </a:defRPr>
            </a:lvl1pPr>
          </a:lstStyle>
          <a:p>
            <a:r>
              <a:rPr lang="en-GB" dirty="0"/>
              <a:t>Click icon to add picture</a:t>
            </a:r>
            <a:endParaRPr lang="en-US" dirty="0"/>
          </a:p>
        </p:txBody>
      </p:sp>
      <p:pic>
        <p:nvPicPr>
          <p:cNvPr id="10" name="Picture 9"/>
          <p:cNvPicPr>
            <a:picLocks noChangeAspect="1"/>
          </p:cNvPicPr>
          <p:nvPr userDrawn="1"/>
        </p:nvPicPr>
        <p:blipFill>
          <a:blip r:embed="rId2"/>
          <a:stretch>
            <a:fillRect/>
          </a:stretch>
        </p:blipFill>
        <p:spPr>
          <a:xfrm>
            <a:off x="1371600" y="12580759"/>
            <a:ext cx="1016000" cy="406400"/>
          </a:xfrm>
          <a:prstGeom prst="rect">
            <a:avLst/>
          </a:prstGeom>
        </p:spPr>
      </p:pic>
      <p:sp>
        <p:nvSpPr>
          <p:cNvPr id="13" name="Text Placeholder 8"/>
          <p:cNvSpPr>
            <a:spLocks noGrp="1"/>
          </p:cNvSpPr>
          <p:nvPr>
            <p:ph type="body" sz="quarter" idx="11" hasCustomPrompt="1"/>
          </p:nvPr>
        </p:nvSpPr>
        <p:spPr>
          <a:xfrm>
            <a:off x="1371600" y="1823793"/>
            <a:ext cx="10522722" cy="601255"/>
          </a:xfrm>
        </p:spPr>
        <p:txBody>
          <a:bodyPr wrap="square" lIns="0" tIns="0" rIns="0" bIns="46800" anchor="t">
            <a:spAutoFit/>
          </a:bodyPr>
          <a:lstStyle>
            <a:lvl1pPr marL="0" indent="0">
              <a:buNone/>
              <a:defRPr sz="4000" b="0" i="0">
                <a:solidFill>
                  <a:srgbClr val="18263B"/>
                </a:solidFill>
                <a:latin typeface="IBM Plex Sans Light" charset="0"/>
                <a:ea typeface="IBM Plex Sans Light" charset="0"/>
                <a:cs typeface="IBM Plex Sans Light" charset="0"/>
              </a:defRPr>
            </a:lvl1pPr>
          </a:lstStyle>
          <a:p>
            <a:pPr lvl="0"/>
            <a:r>
              <a:rPr lang="en-US" dirty="0"/>
              <a:t>This is a subtitle</a:t>
            </a:r>
          </a:p>
        </p:txBody>
      </p:sp>
      <p:sp>
        <p:nvSpPr>
          <p:cNvPr id="14" name="Title 23"/>
          <p:cNvSpPr>
            <a:spLocks noGrp="1"/>
          </p:cNvSpPr>
          <p:nvPr>
            <p:ph type="title" hasCustomPrompt="1"/>
          </p:nvPr>
        </p:nvSpPr>
        <p:spPr>
          <a:xfrm>
            <a:off x="1371600" y="927794"/>
            <a:ext cx="10522722" cy="877163"/>
          </a:xfrm>
        </p:spPr>
        <p:txBody>
          <a:bodyPr wrap="square" lIns="0" tIns="0" rIns="0" bIns="46800" anchor="t">
            <a:spAutoFit/>
          </a:bodyPr>
          <a:lstStyle>
            <a:lvl1pPr>
              <a:defRPr sz="6000" b="1" i="0" baseline="0">
                <a:solidFill>
                  <a:srgbClr val="18263B"/>
                </a:solidFill>
                <a:latin typeface="IBM Plex Sans" charset="0"/>
                <a:ea typeface="IBM Plex Sans" charset="0"/>
                <a:cs typeface="IBM Plex Sans" charset="0"/>
              </a:defRPr>
            </a:lvl1pPr>
          </a:lstStyle>
          <a:p>
            <a:r>
              <a:rPr lang="en-US" dirty="0"/>
              <a:t>This is a title</a:t>
            </a:r>
          </a:p>
        </p:txBody>
      </p:sp>
      <p:sp>
        <p:nvSpPr>
          <p:cNvPr id="16" name="Text Placeholder 15"/>
          <p:cNvSpPr>
            <a:spLocks noGrp="1"/>
          </p:cNvSpPr>
          <p:nvPr>
            <p:ph type="body" sz="quarter" idx="18" hasCustomPrompt="1"/>
          </p:nvPr>
        </p:nvSpPr>
        <p:spPr>
          <a:xfrm>
            <a:off x="1371600" y="3309260"/>
            <a:ext cx="10522722" cy="5806440"/>
          </a:xfrm>
        </p:spPr>
        <p:txBody>
          <a:bodyPr wrap="square" lIns="0" tIns="0" rIns="0" bIns="0">
            <a:noAutofit/>
          </a:bodyPr>
          <a:lstStyle>
            <a:lvl1pPr marL="457177" marR="0" indent="-457177" algn="l" defTabSz="1828709" rtl="0" eaLnBrk="1" fontAlgn="auto" latinLnBrk="0" hangingPunct="1">
              <a:lnSpc>
                <a:spcPct val="90000"/>
              </a:lnSpc>
              <a:spcBef>
                <a:spcPts val="2000"/>
              </a:spcBef>
              <a:spcAft>
                <a:spcPts val="0"/>
              </a:spcAft>
              <a:buClrTx/>
              <a:buSzTx/>
              <a:buFont typeface="Arial" charset="0"/>
              <a:buChar char="•"/>
              <a:tabLst/>
              <a:defRPr lang="en-US" sz="4000" b="0" i="0" baseline="0" dirty="0">
                <a:solidFill>
                  <a:srgbClr val="18263B"/>
                </a:solidFill>
                <a:latin typeface="IBM Plex Sans Text" charset="0"/>
                <a:ea typeface="IBM Plex Sans Text" charset="0"/>
                <a:cs typeface="IBM Plex Sans Text" charset="0"/>
              </a:defRPr>
            </a:lvl1pPr>
            <a:lvl2pPr marL="498475" indent="415925">
              <a:tabLst/>
              <a:defRPr sz="4000" b="0" i="0">
                <a:latin typeface="IBM Plex Sans" charset="0"/>
                <a:ea typeface="IBM Plex Sans" charset="0"/>
                <a:cs typeface="IBM Plex Sans" charset="0"/>
              </a:defRPr>
            </a:lvl2pPr>
          </a:lstStyle>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r>
              <a:rPr lang="en-US" dirty="0"/>
              <a:t>Lorem ipsum dolor sit </a:t>
            </a:r>
            <a:r>
              <a:rPr lang="en-US" dirty="0" err="1"/>
              <a:t>amet</a:t>
            </a:r>
            <a:r>
              <a:rPr lang="mr-IN" dirty="0"/>
              <a:t>…</a:t>
            </a:r>
            <a:endParaRPr lang="en-GB" dirty="0"/>
          </a:p>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endParaRPr lang="en-US" dirty="0"/>
          </a:p>
          <a:p>
            <a:pPr marL="457177" marR="0" lvl="0" indent="-457177" algn="l" defTabSz="1828709" rtl="0" eaLnBrk="1" fontAlgn="auto" latinLnBrk="0" hangingPunct="1">
              <a:lnSpc>
                <a:spcPct val="90000"/>
              </a:lnSpc>
              <a:spcBef>
                <a:spcPts val="2000"/>
              </a:spcBef>
              <a:spcAft>
                <a:spcPts val="0"/>
              </a:spcAft>
              <a:buClrTx/>
              <a:buSzTx/>
              <a:tabLst/>
              <a:defRPr/>
            </a:pPr>
            <a:r>
              <a:rPr lang="en-US" dirty="0"/>
              <a:t>List level one</a:t>
            </a:r>
          </a:p>
          <a:p>
            <a:pPr marL="1371531" marR="0" lvl="1" indent="-457177" algn="l" defTabSz="1828709" rtl="0" eaLnBrk="1" fontAlgn="auto" latinLnBrk="0" hangingPunct="1">
              <a:lnSpc>
                <a:spcPct val="90000"/>
              </a:lnSpc>
              <a:spcBef>
                <a:spcPts val="2000"/>
              </a:spcBef>
              <a:spcAft>
                <a:spcPts val="0"/>
              </a:spcAft>
              <a:buClrTx/>
              <a:buSzTx/>
              <a:buFont typeface="Arial" charset="0"/>
              <a:buChar char="•"/>
              <a:tabLst/>
              <a:defRPr/>
            </a:pPr>
            <a:r>
              <a:rPr lang="en-US" dirty="0"/>
              <a:t>List level two</a:t>
            </a:r>
          </a:p>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endParaRPr lang="en-US" dirty="0"/>
          </a:p>
        </p:txBody>
      </p:sp>
      <p:sp>
        <p:nvSpPr>
          <p:cNvPr id="17" name="Text Placeholder 4"/>
          <p:cNvSpPr>
            <a:spLocks noGrp="1"/>
          </p:cNvSpPr>
          <p:nvPr>
            <p:ph type="body" sz="quarter" idx="19" hasCustomPrompt="1"/>
          </p:nvPr>
        </p:nvSpPr>
        <p:spPr>
          <a:xfrm>
            <a:off x="1371600" y="9608460"/>
            <a:ext cx="10522722" cy="1771650"/>
          </a:xfrm>
        </p:spPr>
        <p:txBody>
          <a:bodyPr lIns="0" tIns="0" rIns="0" bIns="0">
            <a:noAutofit/>
          </a:bodyPr>
          <a:lstStyle>
            <a:lvl1pPr>
              <a:defRPr sz="2500" b="0" i="0" baseline="0">
                <a:latin typeface="IBM Plex Sans Text" charset="0"/>
                <a:ea typeface="IBM Plex Sans Text" charset="0"/>
                <a:cs typeface="IBM Plex Sans Text" charset="0"/>
              </a:defRPr>
            </a:lvl1pPr>
            <a:lvl2pPr>
              <a:defRPr sz="2400" baseline="0"/>
            </a:lvl2pPr>
            <a:lvl3pPr>
              <a:defRPr sz="2400" baseline="0"/>
            </a:lvl3pPr>
            <a:lvl4pPr>
              <a:defRPr sz="2400" baseline="0"/>
            </a:lvl4pPr>
            <a:lvl5pPr>
              <a:defRPr sz="2400" baseline="0"/>
            </a:lvl5pPr>
          </a:lstStyle>
          <a:p>
            <a:pPr marL="457177" marR="0" lvl="0" indent="-457177" algn="l" defTabSz="1828709"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dirty="0"/>
              <a:t>[example small text] Lorem ipsum dolor sit </a:t>
            </a:r>
            <a:r>
              <a:rPr lang="en-US" dirty="0" err="1"/>
              <a:t>amet</a:t>
            </a:r>
            <a:r>
              <a:rPr lang="mr-IN" dirty="0"/>
              <a:t>…</a:t>
            </a:r>
            <a:endParaRPr lang="en-US" dirty="0"/>
          </a:p>
        </p:txBody>
      </p:sp>
      <p:sp>
        <p:nvSpPr>
          <p:cNvPr id="18"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20" name="TextBox 19"/>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pic>
        <p:nvPicPr>
          <p:cNvPr id="11" name="Picture 10">
            <a:extLst>
              <a:ext uri="{FF2B5EF4-FFF2-40B4-BE49-F238E27FC236}">
                <a16:creationId xmlns:a16="http://schemas.microsoft.com/office/drawing/2014/main" id="{3D5E52F6-BC2B-624C-8C56-7ABFC45E71FA}"/>
              </a:ext>
            </a:extLst>
          </p:cNvPr>
          <p:cNvPicPr>
            <a:picLocks noChangeAspect="1"/>
          </p:cNvPicPr>
          <p:nvPr userDrawn="1"/>
        </p:nvPicPr>
        <p:blipFill>
          <a:blip r:embed="rId3"/>
          <a:stretch>
            <a:fillRect/>
          </a:stretch>
        </p:blipFill>
        <p:spPr>
          <a:xfrm>
            <a:off x="1156" y="903620"/>
            <a:ext cx="460086" cy="920172"/>
          </a:xfrm>
          <a:prstGeom prst="rect">
            <a:avLst/>
          </a:prstGeom>
        </p:spPr>
      </p:pic>
      <p:sp>
        <p:nvSpPr>
          <p:cNvPr id="19" name="Footer Placeholder 4">
            <a:extLst>
              <a:ext uri="{FF2B5EF4-FFF2-40B4-BE49-F238E27FC236}">
                <a16:creationId xmlns:a16="http://schemas.microsoft.com/office/drawing/2014/main" id="{876878D6-391E-4A4F-89EF-2BE83B4CD70B}"/>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193427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image">
    <p:spTree>
      <p:nvGrpSpPr>
        <p:cNvPr id="1" name=""/>
        <p:cNvGrpSpPr/>
        <p:nvPr/>
      </p:nvGrpSpPr>
      <p:grpSpPr>
        <a:xfrm>
          <a:off x="0" y="0"/>
          <a:ext cx="0" cy="0"/>
          <a:chOff x="0" y="0"/>
          <a:chExt cx="0" cy="0"/>
        </a:xfrm>
      </p:grpSpPr>
      <p:sp>
        <p:nvSpPr>
          <p:cNvPr id="7" name="Picture Placeholder 19"/>
          <p:cNvSpPr>
            <a:spLocks noGrp="1"/>
          </p:cNvSpPr>
          <p:nvPr>
            <p:ph type="pic" sz="quarter" idx="16"/>
          </p:nvPr>
        </p:nvSpPr>
        <p:spPr>
          <a:xfrm>
            <a:off x="1371600" y="934792"/>
            <a:ext cx="13441680" cy="10417421"/>
          </a:xfrm>
        </p:spPr>
        <p:txBody>
          <a:bodyPr/>
          <a:lstStyle>
            <a:lvl1pPr>
              <a:defRPr>
                <a:latin typeface="IBM Plex Sans" charset="0"/>
                <a:ea typeface="IBM Plex Sans" charset="0"/>
                <a:cs typeface="IBM Plex Sans" charset="0"/>
              </a:defRPr>
            </a:lvl1pPr>
          </a:lstStyle>
          <a:p>
            <a:r>
              <a:rPr lang="en-GB" dirty="0"/>
              <a:t>Click icon to add picture</a:t>
            </a:r>
            <a:endParaRPr lang="en-US" dirty="0"/>
          </a:p>
        </p:txBody>
      </p:sp>
      <p:sp>
        <p:nvSpPr>
          <p:cNvPr id="10" name="Picture Placeholder 19"/>
          <p:cNvSpPr>
            <a:spLocks noGrp="1"/>
          </p:cNvSpPr>
          <p:nvPr>
            <p:ph type="pic" sz="quarter" idx="18"/>
          </p:nvPr>
        </p:nvSpPr>
        <p:spPr>
          <a:xfrm>
            <a:off x="15314613" y="934793"/>
            <a:ext cx="7696200" cy="4910836"/>
          </a:xfrm>
        </p:spPr>
        <p:txBody>
          <a:bodyPr/>
          <a:lstStyle>
            <a:lvl1pPr>
              <a:defRPr>
                <a:latin typeface="IBM Plex Sans" charset="0"/>
                <a:ea typeface="IBM Plex Sans" charset="0"/>
                <a:cs typeface="IBM Plex Sans" charset="0"/>
              </a:defRPr>
            </a:lvl1pPr>
          </a:lstStyle>
          <a:p>
            <a:r>
              <a:rPr lang="en-GB" dirty="0"/>
              <a:t>Click icon to add picture</a:t>
            </a:r>
            <a:endParaRPr lang="en-US" dirty="0"/>
          </a:p>
        </p:txBody>
      </p:sp>
      <p:sp>
        <p:nvSpPr>
          <p:cNvPr id="16" name="Picture Placeholder 19"/>
          <p:cNvSpPr>
            <a:spLocks noGrp="1"/>
          </p:cNvSpPr>
          <p:nvPr>
            <p:ph type="pic" sz="quarter" idx="19"/>
          </p:nvPr>
        </p:nvSpPr>
        <p:spPr>
          <a:xfrm>
            <a:off x="15314613" y="6441377"/>
            <a:ext cx="7696200" cy="4910836"/>
          </a:xfrm>
        </p:spPr>
        <p:txBody>
          <a:bodyPr/>
          <a:lstStyle>
            <a:lvl1pPr>
              <a:defRPr>
                <a:latin typeface="IBM Plex Sans" charset="0"/>
                <a:ea typeface="IBM Plex Sans" charset="0"/>
                <a:cs typeface="IBM Plex Sans" charset="0"/>
              </a:defRPr>
            </a:lvl1pPr>
          </a:lstStyle>
          <a:p>
            <a:r>
              <a:rPr lang="en-GB" dirty="0"/>
              <a:t>Click icon to add picture</a:t>
            </a:r>
            <a:endParaRPr lang="en-US" dirty="0"/>
          </a:p>
        </p:txBody>
      </p:sp>
      <p:pic>
        <p:nvPicPr>
          <p:cNvPr id="9" name="Picture 8"/>
          <p:cNvPicPr>
            <a:picLocks noChangeAspect="1"/>
          </p:cNvPicPr>
          <p:nvPr userDrawn="1"/>
        </p:nvPicPr>
        <p:blipFill>
          <a:blip r:embed="rId2"/>
          <a:stretch>
            <a:fillRect/>
          </a:stretch>
        </p:blipFill>
        <p:spPr>
          <a:xfrm>
            <a:off x="1371600" y="12580759"/>
            <a:ext cx="1016000" cy="406400"/>
          </a:xfrm>
          <a:prstGeom prst="rect">
            <a:avLst/>
          </a:prstGeom>
        </p:spPr>
      </p:pic>
      <p:sp>
        <p:nvSpPr>
          <p:cNvPr id="8"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13" name="TextBox 12"/>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sp>
        <p:nvSpPr>
          <p:cNvPr id="12" name="Footer Placeholder 4">
            <a:extLst>
              <a:ext uri="{FF2B5EF4-FFF2-40B4-BE49-F238E27FC236}">
                <a16:creationId xmlns:a16="http://schemas.microsoft.com/office/drawing/2014/main" id="{591425F5-4DBC-48DC-9CCF-9C22383751B5}"/>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11267267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1371600" y="12580759"/>
            <a:ext cx="1016000" cy="406400"/>
          </a:xfrm>
          <a:prstGeom prst="rect">
            <a:avLst/>
          </a:prstGeom>
        </p:spPr>
      </p:pic>
      <p:sp>
        <p:nvSpPr>
          <p:cNvPr id="9" name="TextBox 8"/>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sp>
        <p:nvSpPr>
          <p:cNvPr id="6" name="Slide Number Placeholder 5">
            <a:extLst>
              <a:ext uri="{FF2B5EF4-FFF2-40B4-BE49-F238E27FC236}">
                <a16:creationId xmlns:a16="http://schemas.microsoft.com/office/drawing/2014/main" id="{9D86E277-76B9-44F5-AB2D-C1E2E61C2A83}"/>
              </a:ext>
            </a:extLst>
          </p:cNvPr>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8" name="Footer Placeholder 4">
            <a:extLst>
              <a:ext uri="{FF2B5EF4-FFF2-40B4-BE49-F238E27FC236}">
                <a16:creationId xmlns:a16="http://schemas.microsoft.com/office/drawing/2014/main" id="{B6630CA5-C7E0-408E-9EFA-ECE46308C136}"/>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10156798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7" name="Picture Placeholder 19"/>
          <p:cNvSpPr>
            <a:spLocks noGrp="1"/>
          </p:cNvSpPr>
          <p:nvPr>
            <p:ph type="pic" sz="quarter" idx="16"/>
          </p:nvPr>
        </p:nvSpPr>
        <p:spPr>
          <a:xfrm>
            <a:off x="-1" y="1"/>
            <a:ext cx="24382413" cy="13716000"/>
          </a:xfrm>
        </p:spPr>
        <p:txBody>
          <a:bodyPr/>
          <a:lstStyle>
            <a:lvl1pPr>
              <a:defRPr>
                <a:latin typeface="IBM Plex Sans" charset="0"/>
                <a:ea typeface="IBM Plex Sans" charset="0"/>
                <a:cs typeface="IBM Plex Sans" charset="0"/>
              </a:defRPr>
            </a:lvl1pPr>
          </a:lstStyle>
          <a:p>
            <a:r>
              <a:rPr lang="en-GB" dirty="0"/>
              <a:t>Click icon to add picture</a:t>
            </a:r>
            <a:endParaRPr lang="en-US" dirty="0"/>
          </a:p>
        </p:txBody>
      </p:sp>
      <p:pic>
        <p:nvPicPr>
          <p:cNvPr id="6" name="Picture 5"/>
          <p:cNvPicPr>
            <a:picLocks noChangeAspect="1"/>
          </p:cNvPicPr>
          <p:nvPr userDrawn="1"/>
        </p:nvPicPr>
        <p:blipFill>
          <a:blip r:embed="rId2"/>
          <a:stretch>
            <a:fillRect/>
          </a:stretch>
        </p:blipFill>
        <p:spPr>
          <a:xfrm>
            <a:off x="1371600" y="12580759"/>
            <a:ext cx="1016000" cy="406400"/>
          </a:xfrm>
          <a:prstGeom prst="rect">
            <a:avLst/>
          </a:prstGeom>
        </p:spPr>
      </p:pic>
      <p:sp>
        <p:nvSpPr>
          <p:cNvPr id="8" name="TextBox 7"/>
          <p:cNvSpPr txBox="1"/>
          <p:nvPr userDrawn="1"/>
        </p:nvSpPr>
        <p:spPr>
          <a:xfrm>
            <a:off x="2834640" y="12710159"/>
            <a:ext cx="3474720" cy="184666"/>
          </a:xfrm>
          <a:prstGeom prst="rect">
            <a:avLst/>
          </a:prstGeom>
          <a:noFill/>
        </p:spPr>
        <p:txBody>
          <a:bodyPr wrap="square" lIns="0" tIns="0" rIns="0" bIns="0" rtlCol="0">
            <a:spAutoFit/>
          </a:bodyPr>
          <a:lstStyle/>
          <a:p>
            <a:r>
              <a:rPr lang="en-US" sz="1200" b="0" i="0" u="none" kern="1200" baseline="0" dirty="0">
                <a:solidFill>
                  <a:schemeClr val="bg1"/>
                </a:solidFill>
                <a:latin typeface="IBM Plex Sans Text" charset="0"/>
                <a:ea typeface="IBM Plex Sans Text" charset="0"/>
                <a:cs typeface="IBM Plex Sans Text" charset="0"/>
              </a:rPr>
              <a:t>IBM Confidential  ::  ©2022 IBM Corporation </a:t>
            </a:r>
            <a:endParaRPr lang="en-US" sz="1200" b="0" i="0" dirty="0">
              <a:solidFill>
                <a:schemeClr val="bg1"/>
              </a:solidFill>
              <a:latin typeface="IBM Plex Sans Text" charset="0"/>
              <a:ea typeface="IBM Plex Sans Text" charset="0"/>
              <a:cs typeface="IBM Plex Sans Text" charset="0"/>
            </a:endParaRPr>
          </a:p>
        </p:txBody>
      </p:sp>
      <p:sp>
        <p:nvSpPr>
          <p:cNvPr id="9" name="Footer Placeholder 4">
            <a:extLst>
              <a:ext uri="{FF2B5EF4-FFF2-40B4-BE49-F238E27FC236}">
                <a16:creationId xmlns:a16="http://schemas.microsoft.com/office/drawing/2014/main" id="{DEFFD24D-C622-486B-8950-E88A0866D7AD}"/>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998853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23556912" y="6032500"/>
            <a:ext cx="825500" cy="1651000"/>
          </a:xfrm>
          <a:prstGeom prst="rect">
            <a:avLst/>
          </a:prstGeom>
        </p:spPr>
      </p:pic>
      <p:pic>
        <p:nvPicPr>
          <p:cNvPr id="9" name="Picture 8"/>
          <p:cNvPicPr>
            <a:picLocks noChangeAspect="1"/>
          </p:cNvPicPr>
          <p:nvPr userDrawn="1"/>
        </p:nvPicPr>
        <p:blipFill>
          <a:blip r:embed="rId3"/>
          <a:stretch>
            <a:fillRect/>
          </a:stretch>
        </p:blipFill>
        <p:spPr>
          <a:xfrm>
            <a:off x="1371600" y="12580759"/>
            <a:ext cx="1016000" cy="406400"/>
          </a:xfrm>
          <a:prstGeom prst="rect">
            <a:avLst/>
          </a:prstGeom>
        </p:spPr>
      </p:pic>
      <p:sp>
        <p:nvSpPr>
          <p:cNvPr id="15" name="TextBox 14"/>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sp>
        <p:nvSpPr>
          <p:cNvPr id="16" name="Content Placeholder 11"/>
          <p:cNvSpPr>
            <a:spLocks noGrp="1"/>
          </p:cNvSpPr>
          <p:nvPr>
            <p:ph sz="quarter" idx="11" hasCustomPrompt="1"/>
          </p:nvPr>
        </p:nvSpPr>
        <p:spPr>
          <a:xfrm>
            <a:off x="3626644" y="5098081"/>
            <a:ext cx="17129125" cy="3519839"/>
          </a:xfrm>
        </p:spPr>
        <p:txBody>
          <a:bodyPr anchor="ctr">
            <a:noAutofit/>
          </a:bodyPr>
          <a:lstStyle>
            <a:lvl1pPr marL="0" indent="0" algn="ctr">
              <a:buNone/>
              <a:defRPr sz="6000" b="1" i="1">
                <a:solidFill>
                  <a:srgbClr val="19273C"/>
                </a:solidFill>
                <a:latin typeface="IBM Plex Sans" charset="0"/>
                <a:ea typeface="IBM Plex Sans" charset="0"/>
                <a:cs typeface="IBM Plex Sans" charset="0"/>
              </a:defRPr>
            </a:lvl1pPr>
          </a:lstStyle>
          <a:p>
            <a:pPr lvl="0"/>
            <a:r>
              <a:rPr lang="en-US" dirty="0"/>
              <a:t>Here is a single statement which is the only thing on this page and spans across two lines.</a:t>
            </a:r>
          </a:p>
        </p:txBody>
      </p:sp>
      <p:pic>
        <p:nvPicPr>
          <p:cNvPr id="7" name="Picture 6">
            <a:extLst>
              <a:ext uri="{FF2B5EF4-FFF2-40B4-BE49-F238E27FC236}">
                <a16:creationId xmlns:a16="http://schemas.microsoft.com/office/drawing/2014/main" id="{07A601BA-D919-9746-A09C-962347075C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032500"/>
            <a:ext cx="825500" cy="1651000"/>
          </a:xfrm>
          <a:prstGeom prst="rect">
            <a:avLst/>
          </a:prstGeom>
        </p:spPr>
      </p:pic>
      <p:sp>
        <p:nvSpPr>
          <p:cNvPr id="11" name="Footer Placeholder 4">
            <a:extLst>
              <a:ext uri="{FF2B5EF4-FFF2-40B4-BE49-F238E27FC236}">
                <a16:creationId xmlns:a16="http://schemas.microsoft.com/office/drawing/2014/main" id="{1B6FA834-3800-4BE3-8ADC-F5A62BA76C27}"/>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386477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rgbClr val="18273C"/>
        </a:solidFill>
        <a:effectLst/>
      </p:bgPr>
    </p:bg>
    <p:spTree>
      <p:nvGrpSpPr>
        <p:cNvPr id="1" name=""/>
        <p:cNvGrpSpPr/>
        <p:nvPr/>
      </p:nvGrpSpPr>
      <p:grpSpPr>
        <a:xfrm>
          <a:off x="0" y="0"/>
          <a:ext cx="0" cy="0"/>
          <a:chOff x="0" y="0"/>
          <a:chExt cx="0" cy="0"/>
        </a:xfrm>
      </p:grpSpPr>
      <p:sp>
        <p:nvSpPr>
          <p:cNvPr id="9" name="Title 23"/>
          <p:cNvSpPr txBox="1">
            <a:spLocks/>
          </p:cNvSpPr>
          <p:nvPr userDrawn="1"/>
        </p:nvSpPr>
        <p:spPr>
          <a:xfrm>
            <a:off x="5713412" y="3527902"/>
            <a:ext cx="12955588" cy="1930400"/>
          </a:xfrm>
          <a:prstGeom prst="rect">
            <a:avLst/>
          </a:prstGeom>
        </p:spPr>
        <p:txBody>
          <a:bodyPr vert="horz" lIns="91440" tIns="45720" rIns="91440" bIns="45720" rtlCol="0" anchor="ctr">
            <a:noAutofit/>
          </a:bodyPr>
          <a:lstStyle>
            <a:lvl1pPr algn="ctr" defTabSz="1828709" rtl="0" eaLnBrk="1" latinLnBrk="0" hangingPunct="1">
              <a:lnSpc>
                <a:spcPct val="100000"/>
              </a:lnSpc>
              <a:spcBef>
                <a:spcPct val="0"/>
              </a:spcBef>
              <a:buNone/>
              <a:defRPr lang="en-US" sz="6000" b="0" i="1" u="none" kern="1200" baseline="0" smtClean="0">
                <a:solidFill>
                  <a:srgbClr val="18263B"/>
                </a:solidFill>
                <a:latin typeface="Helvetica Neue for IBM" charset="0"/>
                <a:ea typeface="Helvetica Neue for IBM" charset="0"/>
                <a:cs typeface="Helvetica Neue for IBM" charset="0"/>
              </a:defRPr>
            </a:lvl1pPr>
          </a:lstStyle>
          <a:p>
            <a:r>
              <a:rPr lang="en-US" sz="30000" b="1" i="0" dirty="0">
                <a:solidFill>
                  <a:srgbClr val="1F57A4"/>
                </a:solidFill>
                <a:latin typeface="IBM Plex Sans" charset="0"/>
                <a:ea typeface="IBM Plex Sans" charset="0"/>
                <a:cs typeface="IBM Plex Sans" charset="0"/>
              </a:rPr>
              <a:t>“”</a:t>
            </a:r>
          </a:p>
        </p:txBody>
      </p:sp>
      <p:sp>
        <p:nvSpPr>
          <p:cNvPr id="3" name="Text Placeholder 2"/>
          <p:cNvSpPr>
            <a:spLocks noGrp="1"/>
          </p:cNvSpPr>
          <p:nvPr>
            <p:ph type="body" sz="quarter" idx="10" hasCustomPrompt="1"/>
          </p:nvPr>
        </p:nvSpPr>
        <p:spPr>
          <a:xfrm>
            <a:off x="5713412" y="5216946"/>
            <a:ext cx="12955587" cy="1635125"/>
          </a:xfrm>
        </p:spPr>
        <p:txBody>
          <a:bodyPr>
            <a:noAutofit/>
          </a:bodyPr>
          <a:lstStyle>
            <a:lvl1pPr marL="0" indent="0" algn="ctr">
              <a:buNone/>
              <a:defRPr sz="6000" b="0" i="1" baseline="0">
                <a:solidFill>
                  <a:schemeClr val="bg1"/>
                </a:solidFill>
                <a:latin typeface="IBM Plex Sans" charset="0"/>
                <a:ea typeface="IBM Plex Sans" charset="0"/>
                <a:cs typeface="IBM Plex Sans" charset="0"/>
              </a:defRPr>
            </a:lvl1pPr>
            <a:lvl2pPr marL="914354" indent="0" algn="ctr">
              <a:buNone/>
              <a:defRPr sz="6000">
                <a:solidFill>
                  <a:schemeClr val="bg1"/>
                </a:solidFill>
              </a:defRPr>
            </a:lvl2pPr>
            <a:lvl3pPr marL="1828709" indent="0" algn="ctr">
              <a:buNone/>
              <a:defRPr sz="6000">
                <a:solidFill>
                  <a:schemeClr val="bg1"/>
                </a:solidFill>
              </a:defRPr>
            </a:lvl3pPr>
            <a:lvl4pPr marL="2743063" indent="0" algn="ctr">
              <a:buNone/>
              <a:defRPr sz="6000">
                <a:solidFill>
                  <a:schemeClr val="bg1"/>
                </a:solidFill>
              </a:defRPr>
            </a:lvl4pPr>
            <a:lvl5pPr marL="3657417" indent="0" algn="ctr">
              <a:buNone/>
              <a:defRPr sz="6000">
                <a:solidFill>
                  <a:schemeClr val="bg1"/>
                </a:solidFill>
              </a:defRPr>
            </a:lvl5pPr>
          </a:lstStyle>
          <a:p>
            <a:pPr lvl="0"/>
            <a:r>
              <a:rPr lang="en-US" dirty="0"/>
              <a:t>Here is a quote by a user who is explaining how much they like CICS.</a:t>
            </a:r>
          </a:p>
        </p:txBody>
      </p:sp>
      <p:sp>
        <p:nvSpPr>
          <p:cNvPr id="7" name="Text Placeholder 6"/>
          <p:cNvSpPr>
            <a:spLocks noGrp="1"/>
          </p:cNvSpPr>
          <p:nvPr>
            <p:ph type="body" sz="quarter" idx="11" hasCustomPrompt="1"/>
          </p:nvPr>
        </p:nvSpPr>
        <p:spPr>
          <a:xfrm>
            <a:off x="5713413" y="7534275"/>
            <a:ext cx="12955587" cy="1023938"/>
          </a:xfrm>
        </p:spPr>
        <p:txBody>
          <a:bodyPr>
            <a:normAutofit/>
          </a:bodyPr>
          <a:lstStyle>
            <a:lvl1pPr marL="0" indent="0" algn="ctr">
              <a:buNone/>
              <a:defRPr sz="3000" b="0" i="0" baseline="0">
                <a:solidFill>
                  <a:schemeClr val="bg1"/>
                </a:solidFill>
                <a:latin typeface="IBM Plex Sans" charset="0"/>
                <a:ea typeface="IBM Plex Sans" charset="0"/>
                <a:cs typeface="IBM Plex Sans" charset="0"/>
              </a:defRPr>
            </a:lvl1pPr>
            <a:lvl2pPr marL="914354" indent="0">
              <a:buNone/>
              <a:defRPr/>
            </a:lvl2pPr>
            <a:lvl3pPr marL="1828709" indent="0">
              <a:buNone/>
              <a:defRPr/>
            </a:lvl3pPr>
            <a:lvl4pPr marL="2743063" indent="0">
              <a:buNone/>
              <a:defRPr/>
            </a:lvl4pPr>
            <a:lvl5pPr marL="3657417" indent="0">
              <a:buNone/>
              <a:defRPr/>
            </a:lvl5pPr>
          </a:lstStyle>
          <a:p>
            <a:pPr lvl="0"/>
            <a:r>
              <a:rPr lang="en-US" dirty="0"/>
              <a:t>— System programmer</a:t>
            </a:r>
          </a:p>
        </p:txBody>
      </p:sp>
      <p:sp>
        <p:nvSpPr>
          <p:cNvPr id="13"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F9F9F9"/>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pic>
        <p:nvPicPr>
          <p:cNvPr id="8" name="Picture 7"/>
          <p:cNvPicPr>
            <a:picLocks noChangeAspect="1"/>
          </p:cNvPicPr>
          <p:nvPr userDrawn="1"/>
        </p:nvPicPr>
        <p:blipFill>
          <a:blip r:embed="rId2"/>
          <a:stretch>
            <a:fillRect/>
          </a:stretch>
        </p:blipFill>
        <p:spPr>
          <a:xfrm>
            <a:off x="1371600" y="12580759"/>
            <a:ext cx="1016000" cy="406400"/>
          </a:xfrm>
          <a:prstGeom prst="rect">
            <a:avLst/>
          </a:prstGeom>
        </p:spPr>
      </p:pic>
      <p:sp>
        <p:nvSpPr>
          <p:cNvPr id="12" name="TextBox 11"/>
          <p:cNvSpPr txBox="1"/>
          <p:nvPr userDrawn="1"/>
        </p:nvSpPr>
        <p:spPr>
          <a:xfrm>
            <a:off x="2834640" y="12710159"/>
            <a:ext cx="3474720" cy="184666"/>
          </a:xfrm>
          <a:prstGeom prst="rect">
            <a:avLst/>
          </a:prstGeom>
          <a:noFill/>
        </p:spPr>
        <p:txBody>
          <a:bodyPr wrap="square" lIns="0" tIns="0" rIns="0" bIns="0" rtlCol="0">
            <a:spAutoFit/>
          </a:bodyPr>
          <a:lstStyle/>
          <a:p>
            <a:r>
              <a:rPr lang="en-US" sz="1200" b="0" i="0" u="none" kern="1200" baseline="0" dirty="0">
                <a:solidFill>
                  <a:schemeClr val="bg1"/>
                </a:solidFill>
                <a:latin typeface="IBM Plex Sans Text" charset="0"/>
                <a:ea typeface="IBM Plex Sans Text" charset="0"/>
                <a:cs typeface="IBM Plex Sans Text" charset="0"/>
              </a:rPr>
              <a:t>©2026 IBM Corporation </a:t>
            </a:r>
            <a:endParaRPr lang="en-US" sz="1200" b="0" i="0" dirty="0">
              <a:solidFill>
                <a:schemeClr val="bg1"/>
              </a:solidFill>
              <a:latin typeface="IBM Plex Sans Text" charset="0"/>
              <a:ea typeface="IBM Plex Sans Text" charset="0"/>
              <a:cs typeface="IBM Plex Sans Text" charset="0"/>
            </a:endParaRPr>
          </a:p>
        </p:txBody>
      </p:sp>
      <p:sp>
        <p:nvSpPr>
          <p:cNvPr id="11" name="Footer Placeholder 4">
            <a:extLst>
              <a:ext uri="{FF2B5EF4-FFF2-40B4-BE49-F238E27FC236}">
                <a16:creationId xmlns:a16="http://schemas.microsoft.com/office/drawing/2014/main" id="{DE20D0B2-C081-41B5-93A3-C3B8369F5E2B}"/>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bg1"/>
                </a:solidFill>
              </a:defRPr>
            </a:lvl1pPr>
          </a:lstStyle>
          <a:p>
            <a:r>
              <a:rPr lang="en-US" dirty="0"/>
              <a:t>IBM CICS sample: XFCREQ </a:t>
            </a:r>
          </a:p>
        </p:txBody>
      </p:sp>
    </p:spTree>
    <p:extLst>
      <p:ext uri="{BB962C8B-B14F-4D97-AF65-F5344CB8AC3E}">
        <p14:creationId xmlns:p14="http://schemas.microsoft.com/office/powerpoint/2010/main" val="1544071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rgbClr val="18273C"/>
        </a:solidFill>
        <a:effectLst/>
      </p:bgPr>
    </p:bg>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F9F9F9"/>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pic>
        <p:nvPicPr>
          <p:cNvPr id="8" name="Picture 7"/>
          <p:cNvPicPr>
            <a:picLocks noChangeAspect="1"/>
          </p:cNvPicPr>
          <p:nvPr userDrawn="1"/>
        </p:nvPicPr>
        <p:blipFill>
          <a:blip r:embed="rId2"/>
          <a:stretch>
            <a:fillRect/>
          </a:stretch>
        </p:blipFill>
        <p:spPr>
          <a:xfrm>
            <a:off x="1371600" y="12580759"/>
            <a:ext cx="1016000" cy="406400"/>
          </a:xfrm>
          <a:prstGeom prst="rect">
            <a:avLst/>
          </a:prstGeom>
        </p:spPr>
      </p:pic>
      <p:sp>
        <p:nvSpPr>
          <p:cNvPr id="9" name="TextBox 8"/>
          <p:cNvSpPr txBox="1"/>
          <p:nvPr userDrawn="1"/>
        </p:nvSpPr>
        <p:spPr>
          <a:xfrm>
            <a:off x="2834640" y="12710159"/>
            <a:ext cx="3474720" cy="184666"/>
          </a:xfrm>
          <a:prstGeom prst="rect">
            <a:avLst/>
          </a:prstGeom>
          <a:noFill/>
        </p:spPr>
        <p:txBody>
          <a:bodyPr wrap="square" lIns="0" tIns="0" rIns="0" bIns="0" rtlCol="0">
            <a:spAutoFit/>
          </a:bodyPr>
          <a:lstStyle/>
          <a:p>
            <a:r>
              <a:rPr lang="en-US" sz="1200" b="0" i="0" u="none" kern="1200" baseline="0" dirty="0">
                <a:solidFill>
                  <a:schemeClr val="bg1"/>
                </a:solidFill>
                <a:latin typeface="IBM Plex Sans Text" charset="0"/>
                <a:ea typeface="IBM Plex Sans Text" charset="0"/>
                <a:cs typeface="IBM Plex Sans Text" charset="0"/>
              </a:rPr>
              <a:t> ©2026 IBM Corporation </a:t>
            </a:r>
            <a:endParaRPr lang="en-US" sz="1200" b="0" i="0" dirty="0">
              <a:solidFill>
                <a:schemeClr val="bg1"/>
              </a:solidFill>
              <a:latin typeface="IBM Plex Sans Text" charset="0"/>
              <a:ea typeface="IBM Plex Sans Text" charset="0"/>
              <a:cs typeface="IBM Plex Sans Text" charset="0"/>
            </a:endParaRPr>
          </a:p>
        </p:txBody>
      </p:sp>
      <p:sp>
        <p:nvSpPr>
          <p:cNvPr id="6" name="Footer Placeholder 4">
            <a:extLst>
              <a:ext uri="{FF2B5EF4-FFF2-40B4-BE49-F238E27FC236}">
                <a16:creationId xmlns:a16="http://schemas.microsoft.com/office/drawing/2014/main" id="{C3D660E8-7555-4149-91C6-2806FD26365B}"/>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bg1"/>
                </a:solidFill>
              </a:defRPr>
            </a:lvl1pPr>
          </a:lstStyle>
          <a:p>
            <a:r>
              <a:rPr lang="en-US" dirty="0"/>
              <a:t>IBM CICS sample: XFCREQ </a:t>
            </a:r>
          </a:p>
        </p:txBody>
      </p:sp>
    </p:spTree>
    <p:extLst>
      <p:ext uri="{BB962C8B-B14F-4D97-AF65-F5344CB8AC3E}">
        <p14:creationId xmlns:p14="http://schemas.microsoft.com/office/powerpoint/2010/main" val="18498249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 you (Light)">
    <p:bg>
      <p:bgPr>
        <a:solidFill>
          <a:srgbClr val="F9F9F9"/>
        </a:solidFill>
        <a:effectLst/>
      </p:bgPr>
    </p:bg>
    <p:spTree>
      <p:nvGrpSpPr>
        <p:cNvPr id="1" name=""/>
        <p:cNvGrpSpPr/>
        <p:nvPr/>
      </p:nvGrpSpPr>
      <p:grpSpPr>
        <a:xfrm>
          <a:off x="0" y="0"/>
          <a:ext cx="0" cy="0"/>
          <a:chOff x="0" y="0"/>
          <a:chExt cx="0" cy="0"/>
        </a:xfrm>
      </p:grpSpPr>
      <p:sp>
        <p:nvSpPr>
          <p:cNvPr id="15" name="Shape 15"/>
          <p:cNvSpPr>
            <a:spLocks noGrp="1"/>
          </p:cNvSpPr>
          <p:nvPr>
            <p:ph type="body" sz="quarter" idx="15" hasCustomPrompt="1"/>
          </p:nvPr>
        </p:nvSpPr>
        <p:spPr>
          <a:xfrm>
            <a:off x="1968500" y="6217977"/>
            <a:ext cx="11595100" cy="1280046"/>
          </a:xfrm>
          <a:prstGeom prst="rect">
            <a:avLst/>
          </a:prstGeom>
        </p:spPr>
        <p:txBody>
          <a:bodyPr anchor="t">
            <a:normAutofit/>
          </a:bodyPr>
          <a:lstStyle>
            <a:lvl1pPr marL="0" indent="0">
              <a:lnSpc>
                <a:spcPct val="100000"/>
              </a:lnSpc>
              <a:spcBef>
                <a:spcPts val="0"/>
              </a:spcBef>
              <a:buNone/>
              <a:defRPr lang="en-US" sz="7000" b="1" u="none" baseline="0" smtClean="0">
                <a:solidFill>
                  <a:srgbClr val="18263B"/>
                </a:solidFill>
                <a:latin typeface="IBM Plex Sans" charset="0"/>
                <a:ea typeface="IBM Plex Sans" charset="0"/>
                <a:cs typeface="IBM Plex Sans" charset="0"/>
              </a:defRPr>
            </a:lvl1pPr>
            <a:lvl2pPr>
              <a:defRPr b="0" i="0">
                <a:latin typeface="Helvetica Neue for IBM Roman" charset="0"/>
                <a:ea typeface="Helvetica Neue for IBM Roman" charset="0"/>
                <a:cs typeface="Helvetica Neue for IBM Roman" charset="0"/>
              </a:defRPr>
            </a:lvl2pPr>
          </a:lstStyle>
          <a:p>
            <a:r>
              <a:rPr lang="en-US" dirty="0"/>
              <a:t>Thank you!</a:t>
            </a:r>
          </a:p>
        </p:txBody>
      </p:sp>
      <p:pic>
        <p:nvPicPr>
          <p:cNvPr id="8" name="Picture 7"/>
          <p:cNvPicPr>
            <a:picLocks noChangeAspect="1"/>
          </p:cNvPicPr>
          <p:nvPr userDrawn="1"/>
        </p:nvPicPr>
        <p:blipFill>
          <a:blip r:embed="rId2"/>
          <a:stretch>
            <a:fillRect/>
          </a:stretch>
        </p:blipFill>
        <p:spPr>
          <a:xfrm>
            <a:off x="1371600" y="12580759"/>
            <a:ext cx="1016000" cy="406400"/>
          </a:xfrm>
          <a:prstGeom prst="rect">
            <a:avLst/>
          </a:prstGeom>
        </p:spPr>
      </p:pic>
      <p:sp>
        <p:nvSpPr>
          <p:cNvPr id="13" name="TextBox 12"/>
          <p:cNvSpPr txBox="1"/>
          <p:nvPr userDrawn="1"/>
        </p:nvSpPr>
        <p:spPr>
          <a:xfrm>
            <a:off x="2834640" y="12673092"/>
            <a:ext cx="3108960" cy="184666"/>
          </a:xfrm>
          <a:prstGeom prst="rect">
            <a:avLst/>
          </a:prstGeom>
          <a:noFill/>
        </p:spPr>
        <p:txBody>
          <a:bodyPr wrap="square" lIns="0" tIns="0" rIns="0" bIns="0" rtlCol="0">
            <a:spAutoFit/>
          </a:bodyPr>
          <a:lstStyle/>
          <a:p>
            <a:r>
              <a:rPr lang="en-US" sz="1200" b="0" i="0" u="none" kern="1200" baseline="0" dirty="0">
                <a:solidFill>
                  <a:srgbClr val="19273C"/>
                </a:solidFill>
                <a:latin typeface="IBM Plex Sans Text" charset="0"/>
                <a:ea typeface="IBM Plex Sans Text" charset="0"/>
                <a:cs typeface="IBM Plex Sans Text" charset="0"/>
              </a:rPr>
              <a:t>©2026 IBM Corporation </a:t>
            </a:r>
            <a:endParaRPr lang="en-US" sz="1200" b="0" i="0" dirty="0">
              <a:solidFill>
                <a:srgbClr val="19273C"/>
              </a:solidFill>
              <a:latin typeface="IBM Plex Sans Text" charset="0"/>
              <a:ea typeface="IBM Plex Sans Text" charset="0"/>
              <a:cs typeface="IBM Plex Sans Text" charset="0"/>
            </a:endParaRPr>
          </a:p>
        </p:txBody>
      </p:sp>
      <p:pic>
        <p:nvPicPr>
          <p:cNvPr id="7" name="Picture 6">
            <a:extLst>
              <a:ext uri="{FF2B5EF4-FFF2-40B4-BE49-F238E27FC236}">
                <a16:creationId xmlns:a16="http://schemas.microsoft.com/office/drawing/2014/main" id="{1A2F4C75-05E1-EC4F-91D8-6CF50840DD8E}"/>
              </a:ext>
            </a:extLst>
          </p:cNvPr>
          <p:cNvPicPr>
            <a:picLocks noChangeAspect="1"/>
          </p:cNvPicPr>
          <p:nvPr userDrawn="1"/>
        </p:nvPicPr>
        <p:blipFill>
          <a:blip r:embed="rId3"/>
          <a:stretch>
            <a:fillRect/>
          </a:stretch>
        </p:blipFill>
        <p:spPr>
          <a:xfrm>
            <a:off x="1570930" y="3395441"/>
            <a:ext cx="3881399" cy="1333305"/>
          </a:xfrm>
          <a:prstGeom prst="rect">
            <a:avLst/>
          </a:prstGeom>
        </p:spPr>
      </p:pic>
      <p:pic>
        <p:nvPicPr>
          <p:cNvPr id="9" name="Picture 8">
            <a:extLst>
              <a:ext uri="{FF2B5EF4-FFF2-40B4-BE49-F238E27FC236}">
                <a16:creationId xmlns:a16="http://schemas.microsoft.com/office/drawing/2014/main" id="{CB475766-893D-B344-AA08-96EC968E5EFA}"/>
              </a:ext>
            </a:extLst>
          </p:cNvPr>
          <p:cNvPicPr>
            <a:picLocks noChangeAspect="1"/>
          </p:cNvPicPr>
          <p:nvPr userDrawn="1"/>
        </p:nvPicPr>
        <p:blipFill>
          <a:blip r:embed="rId4"/>
          <a:stretch>
            <a:fillRect/>
          </a:stretch>
        </p:blipFill>
        <p:spPr>
          <a:xfrm>
            <a:off x="12982596" y="0"/>
            <a:ext cx="11399817" cy="13716000"/>
          </a:xfrm>
          <a:prstGeom prst="rect">
            <a:avLst/>
          </a:prstGeom>
        </p:spPr>
      </p:pic>
      <p:sp>
        <p:nvSpPr>
          <p:cNvPr id="11" name="Footer Placeholder 4">
            <a:extLst>
              <a:ext uri="{FF2B5EF4-FFF2-40B4-BE49-F238E27FC236}">
                <a16:creationId xmlns:a16="http://schemas.microsoft.com/office/drawing/2014/main" id="{8F07FED3-0BFD-43EC-92B8-A77C96F72602}"/>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6678779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Dark)">
    <p:bg>
      <p:bgPr>
        <a:solidFill>
          <a:srgbClr val="19273C"/>
        </a:solidFill>
        <a:effectLst/>
      </p:bgPr>
    </p:bg>
    <p:spTree>
      <p:nvGrpSpPr>
        <p:cNvPr id="1" name=""/>
        <p:cNvGrpSpPr/>
        <p:nvPr/>
      </p:nvGrpSpPr>
      <p:grpSpPr>
        <a:xfrm>
          <a:off x="0" y="0"/>
          <a:ext cx="0" cy="0"/>
          <a:chOff x="0" y="0"/>
          <a:chExt cx="0" cy="0"/>
        </a:xfrm>
      </p:grpSpPr>
      <p:sp>
        <p:nvSpPr>
          <p:cNvPr id="10" name="Shape 15"/>
          <p:cNvSpPr>
            <a:spLocks noGrp="1"/>
          </p:cNvSpPr>
          <p:nvPr>
            <p:ph type="body" sz="quarter" idx="14" hasCustomPrompt="1"/>
          </p:nvPr>
        </p:nvSpPr>
        <p:spPr>
          <a:xfrm>
            <a:off x="1968500" y="6217977"/>
            <a:ext cx="11595100" cy="1280046"/>
          </a:xfrm>
          <a:prstGeom prst="rect">
            <a:avLst/>
          </a:prstGeom>
        </p:spPr>
        <p:txBody>
          <a:bodyPr anchor="t">
            <a:normAutofit/>
          </a:bodyPr>
          <a:lstStyle>
            <a:lvl1pPr marL="0" indent="0">
              <a:lnSpc>
                <a:spcPct val="100000"/>
              </a:lnSpc>
              <a:spcBef>
                <a:spcPts val="0"/>
              </a:spcBef>
              <a:buNone/>
              <a:defRPr lang="en-US" sz="7000" b="1" u="none" baseline="0" smtClean="0">
                <a:solidFill>
                  <a:srgbClr val="F9F9F9"/>
                </a:solidFill>
                <a:latin typeface="IBM Plex Sans" charset="0"/>
                <a:ea typeface="IBM Plex Sans" charset="0"/>
                <a:cs typeface="IBM Plex Sans" charset="0"/>
              </a:defRPr>
            </a:lvl1pPr>
            <a:lvl2pPr>
              <a:defRPr b="0" i="0">
                <a:latin typeface="Helvetica Neue for IBM Roman" charset="0"/>
                <a:ea typeface="Helvetica Neue for IBM Roman" charset="0"/>
                <a:cs typeface="Helvetica Neue for IBM Roman" charset="0"/>
              </a:defRPr>
            </a:lvl2pPr>
          </a:lstStyle>
          <a:p>
            <a:r>
              <a:rPr lang="en-US" dirty="0"/>
              <a:t>Thank you!</a:t>
            </a:r>
          </a:p>
        </p:txBody>
      </p:sp>
      <p:pic>
        <p:nvPicPr>
          <p:cNvPr id="2" name="Picture 1"/>
          <p:cNvPicPr>
            <a:picLocks noChangeAspect="1"/>
          </p:cNvPicPr>
          <p:nvPr userDrawn="1"/>
        </p:nvPicPr>
        <p:blipFill>
          <a:blip r:embed="rId2"/>
          <a:stretch>
            <a:fillRect/>
          </a:stretch>
        </p:blipFill>
        <p:spPr>
          <a:xfrm>
            <a:off x="12952413" y="0"/>
            <a:ext cx="11430000" cy="13716000"/>
          </a:xfrm>
          <a:prstGeom prst="rect">
            <a:avLst/>
          </a:prstGeom>
        </p:spPr>
      </p:pic>
      <p:pic>
        <p:nvPicPr>
          <p:cNvPr id="11" name="Picture 10"/>
          <p:cNvPicPr>
            <a:picLocks noChangeAspect="1"/>
          </p:cNvPicPr>
          <p:nvPr userDrawn="1"/>
        </p:nvPicPr>
        <p:blipFill>
          <a:blip r:embed="rId3"/>
          <a:stretch>
            <a:fillRect/>
          </a:stretch>
        </p:blipFill>
        <p:spPr>
          <a:xfrm>
            <a:off x="1984829" y="4736786"/>
            <a:ext cx="3456000" cy="648000"/>
          </a:xfrm>
          <a:prstGeom prst="rect">
            <a:avLst/>
          </a:prstGeom>
        </p:spPr>
      </p:pic>
      <p:pic>
        <p:nvPicPr>
          <p:cNvPr id="13" name="Picture 12"/>
          <p:cNvPicPr>
            <a:picLocks noChangeAspect="1"/>
          </p:cNvPicPr>
          <p:nvPr userDrawn="1"/>
        </p:nvPicPr>
        <p:blipFill>
          <a:blip r:embed="rId4"/>
          <a:stretch>
            <a:fillRect/>
          </a:stretch>
        </p:blipFill>
        <p:spPr>
          <a:xfrm>
            <a:off x="1371600" y="12580759"/>
            <a:ext cx="1016000" cy="406400"/>
          </a:xfrm>
          <a:prstGeom prst="rect">
            <a:avLst/>
          </a:prstGeom>
        </p:spPr>
      </p:pic>
      <p:sp>
        <p:nvSpPr>
          <p:cNvPr id="14" name="TextBox 13"/>
          <p:cNvSpPr txBox="1"/>
          <p:nvPr userDrawn="1"/>
        </p:nvSpPr>
        <p:spPr>
          <a:xfrm>
            <a:off x="2834640" y="12710159"/>
            <a:ext cx="3474720" cy="184666"/>
          </a:xfrm>
          <a:prstGeom prst="rect">
            <a:avLst/>
          </a:prstGeom>
          <a:noFill/>
        </p:spPr>
        <p:txBody>
          <a:bodyPr wrap="square" lIns="0" tIns="0" rIns="0" bIns="0" rtlCol="0">
            <a:spAutoFit/>
          </a:bodyPr>
          <a:lstStyle/>
          <a:p>
            <a:r>
              <a:rPr lang="en-US" sz="1200" b="0" i="0" u="none" kern="1200" baseline="0" dirty="0">
                <a:solidFill>
                  <a:schemeClr val="bg1"/>
                </a:solidFill>
                <a:latin typeface="IBM Plex Sans Text" charset="0"/>
                <a:ea typeface="IBM Plex Sans Text" charset="0"/>
                <a:cs typeface="IBM Plex Sans Text" charset="0"/>
              </a:rPr>
              <a:t>©2026 IBM Corporation </a:t>
            </a:r>
            <a:endParaRPr lang="en-US" sz="1200" b="0" i="0" dirty="0">
              <a:solidFill>
                <a:schemeClr val="bg1"/>
              </a:solidFill>
              <a:latin typeface="IBM Plex Sans Text" charset="0"/>
              <a:ea typeface="IBM Plex Sans Text" charset="0"/>
              <a:cs typeface="IBM Plex Sans Text" charset="0"/>
            </a:endParaRPr>
          </a:p>
        </p:txBody>
      </p:sp>
      <p:sp>
        <p:nvSpPr>
          <p:cNvPr id="8" name="Footer Placeholder 4">
            <a:extLst>
              <a:ext uri="{FF2B5EF4-FFF2-40B4-BE49-F238E27FC236}">
                <a16:creationId xmlns:a16="http://schemas.microsoft.com/office/drawing/2014/main" id="{6DC16E26-56B9-4A68-9186-534D6BAB4561}"/>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bg1"/>
                </a:solidFill>
              </a:defRPr>
            </a:lvl1pPr>
          </a:lstStyle>
          <a:p>
            <a:r>
              <a:rPr lang="en-US" dirty="0"/>
              <a:t>IBM CICS sample: XFCREQ </a:t>
            </a:r>
          </a:p>
        </p:txBody>
      </p:sp>
    </p:spTree>
    <p:extLst>
      <p:ext uri="{BB962C8B-B14F-4D97-AF65-F5344CB8AC3E}">
        <p14:creationId xmlns:p14="http://schemas.microsoft.com/office/powerpoint/2010/main" val="12599819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934792"/>
            <a:ext cx="444500" cy="889000"/>
          </a:xfrm>
          <a:prstGeom prst="rect">
            <a:avLst/>
          </a:prstGeom>
        </p:spPr>
      </p:pic>
      <p:pic>
        <p:nvPicPr>
          <p:cNvPr id="12" name="Picture 11"/>
          <p:cNvPicPr>
            <a:picLocks noChangeAspect="1"/>
          </p:cNvPicPr>
          <p:nvPr userDrawn="1"/>
        </p:nvPicPr>
        <p:blipFill>
          <a:blip r:embed="rId3"/>
          <a:stretch>
            <a:fillRect/>
          </a:stretch>
        </p:blipFill>
        <p:spPr>
          <a:xfrm>
            <a:off x="1371600" y="12580759"/>
            <a:ext cx="1016000" cy="406400"/>
          </a:xfrm>
          <a:prstGeom prst="rect">
            <a:avLst/>
          </a:prstGeom>
        </p:spPr>
      </p:pic>
      <p:sp>
        <p:nvSpPr>
          <p:cNvPr id="17" name="Text Placeholder 4"/>
          <p:cNvSpPr>
            <a:spLocks noGrp="1"/>
          </p:cNvSpPr>
          <p:nvPr>
            <p:ph type="body" sz="quarter" idx="19" hasCustomPrompt="1"/>
          </p:nvPr>
        </p:nvSpPr>
        <p:spPr>
          <a:xfrm>
            <a:off x="1371600" y="9608460"/>
            <a:ext cx="10522722" cy="1771650"/>
          </a:xfrm>
        </p:spPr>
        <p:txBody>
          <a:bodyPr lIns="0" tIns="0" rIns="0" bIns="0">
            <a:noAutofit/>
          </a:bodyPr>
          <a:lstStyle>
            <a:lvl1pPr>
              <a:defRPr sz="2500" b="0" i="0" baseline="0">
                <a:latin typeface="IBM Plex Sans Text" charset="0"/>
                <a:ea typeface="IBM Plex Sans Text" charset="0"/>
                <a:cs typeface="IBM Plex Sans Text" charset="0"/>
              </a:defRPr>
            </a:lvl1pPr>
            <a:lvl2pPr>
              <a:defRPr sz="2400" baseline="0"/>
            </a:lvl2pPr>
            <a:lvl3pPr>
              <a:defRPr sz="2400" baseline="0"/>
            </a:lvl3pPr>
            <a:lvl4pPr>
              <a:defRPr sz="2400" baseline="0"/>
            </a:lvl4pPr>
            <a:lvl5pPr>
              <a:defRPr sz="2400" baseline="0"/>
            </a:lvl5pPr>
          </a:lstStyle>
          <a:p>
            <a:pPr marL="457177" marR="0" lvl="0" indent="-457177" algn="l" defTabSz="1828709" rtl="0" eaLnBrk="1" fontAlgn="auto" latinLnBrk="0" hangingPunct="1">
              <a:lnSpc>
                <a:spcPct val="90000"/>
              </a:lnSpc>
              <a:spcBef>
                <a:spcPts val="2000"/>
              </a:spcBef>
              <a:spcAft>
                <a:spcPts val="0"/>
              </a:spcAft>
              <a:buClrTx/>
              <a:buSzTx/>
              <a:buFont typeface="Arial" panose="020B0604020202020204" pitchFamily="34" charset="0"/>
              <a:buNone/>
              <a:tabLst/>
              <a:defRPr/>
            </a:pPr>
            <a:r>
              <a:rPr lang="en-US" dirty="0"/>
              <a:t>[example small text] Lorem ipsum dolor sit </a:t>
            </a:r>
            <a:r>
              <a:rPr lang="en-US" dirty="0" err="1"/>
              <a:t>amet</a:t>
            </a:r>
            <a:r>
              <a:rPr lang="mr-IN" dirty="0"/>
              <a:t>…</a:t>
            </a:r>
            <a:endParaRPr lang="en-US" dirty="0"/>
          </a:p>
        </p:txBody>
      </p:sp>
      <p:sp>
        <p:nvSpPr>
          <p:cNvPr id="19" name="Text Placeholder 15"/>
          <p:cNvSpPr>
            <a:spLocks noGrp="1"/>
          </p:cNvSpPr>
          <p:nvPr>
            <p:ph type="body" sz="quarter" idx="18" hasCustomPrompt="1"/>
          </p:nvPr>
        </p:nvSpPr>
        <p:spPr>
          <a:xfrm>
            <a:off x="1371600" y="3309260"/>
            <a:ext cx="10522722" cy="5806440"/>
          </a:xfrm>
        </p:spPr>
        <p:txBody>
          <a:bodyPr wrap="square" lIns="0" tIns="0" rIns="0" bIns="0">
            <a:noAutofit/>
          </a:bodyPr>
          <a:lstStyle>
            <a:lvl1pPr marL="817200" marR="0" indent="-457177" algn="l" defTabSz="1828709" rtl="0" eaLnBrk="1" fontAlgn="auto" latinLnBrk="0" hangingPunct="1">
              <a:lnSpc>
                <a:spcPct val="90000"/>
              </a:lnSpc>
              <a:spcBef>
                <a:spcPts val="2000"/>
              </a:spcBef>
              <a:spcAft>
                <a:spcPts val="0"/>
              </a:spcAft>
              <a:buClrTx/>
              <a:buSzTx/>
              <a:buFont typeface="Arial" charset="0"/>
              <a:buChar char="•"/>
              <a:tabLst/>
              <a:defRPr lang="en-US" sz="3600" b="0" i="0" baseline="0" dirty="0">
                <a:solidFill>
                  <a:srgbClr val="18263B"/>
                </a:solidFill>
                <a:latin typeface="IBM Plex Sans Text" charset="0"/>
                <a:ea typeface="IBM Plex Sans Text" charset="0"/>
                <a:cs typeface="IBM Plex Sans Text" charset="0"/>
              </a:defRPr>
            </a:lvl1pPr>
            <a:lvl2pPr marL="498475" indent="415925">
              <a:tabLst/>
              <a:defRPr sz="3600" b="0" i="0">
                <a:latin typeface="IBM Plex Sans" charset="0"/>
                <a:ea typeface="IBM Plex Sans" charset="0"/>
                <a:cs typeface="IBM Plex Sans" charset="0"/>
              </a:defRPr>
            </a:lvl2pPr>
          </a:lstStyle>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r>
              <a:rPr lang="en-US" dirty="0"/>
              <a:t>Lorem ipsum dolor sit </a:t>
            </a:r>
            <a:r>
              <a:rPr lang="en-US" dirty="0" err="1"/>
              <a:t>amet</a:t>
            </a:r>
            <a:r>
              <a:rPr lang="mr-IN" dirty="0"/>
              <a:t>…</a:t>
            </a:r>
            <a:endParaRPr lang="en-GB" dirty="0"/>
          </a:p>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endParaRPr lang="en-US" dirty="0"/>
          </a:p>
          <a:p>
            <a:pPr marL="457177" marR="0" lvl="0" indent="-457177" algn="l" defTabSz="1828709" rtl="0" eaLnBrk="1" fontAlgn="auto" latinLnBrk="0" hangingPunct="1">
              <a:lnSpc>
                <a:spcPct val="90000"/>
              </a:lnSpc>
              <a:spcBef>
                <a:spcPts val="2000"/>
              </a:spcBef>
              <a:spcAft>
                <a:spcPts val="0"/>
              </a:spcAft>
              <a:buClrTx/>
              <a:buSzTx/>
              <a:tabLst/>
              <a:defRPr/>
            </a:pPr>
            <a:r>
              <a:rPr lang="en-US" dirty="0"/>
              <a:t>List level one</a:t>
            </a:r>
          </a:p>
          <a:p>
            <a:pPr marL="1371531" marR="0" lvl="1" indent="-457177" algn="l" defTabSz="1828709" rtl="0" eaLnBrk="1" fontAlgn="auto" latinLnBrk="0" hangingPunct="1">
              <a:lnSpc>
                <a:spcPct val="90000"/>
              </a:lnSpc>
              <a:spcBef>
                <a:spcPts val="2000"/>
              </a:spcBef>
              <a:spcAft>
                <a:spcPts val="0"/>
              </a:spcAft>
              <a:buClrTx/>
              <a:buSzTx/>
              <a:buFont typeface="Arial" charset="0"/>
              <a:buChar char="•"/>
              <a:tabLst/>
              <a:defRPr/>
            </a:pPr>
            <a:r>
              <a:rPr lang="en-US" dirty="0"/>
              <a:t>List level two</a:t>
            </a:r>
          </a:p>
          <a:p>
            <a:pPr marL="457177" marR="0" lvl="0" indent="-457177" algn="l" defTabSz="1828709" rtl="0" eaLnBrk="1" fontAlgn="auto" latinLnBrk="0" hangingPunct="1">
              <a:lnSpc>
                <a:spcPct val="90000"/>
              </a:lnSpc>
              <a:spcBef>
                <a:spcPts val="2000"/>
              </a:spcBef>
              <a:spcAft>
                <a:spcPts val="0"/>
              </a:spcAft>
              <a:buClrTx/>
              <a:buSzTx/>
              <a:buFont typeface="Arial" charset="0"/>
              <a:buNone/>
              <a:tabLst/>
              <a:defRPr/>
            </a:pPr>
            <a:endParaRPr lang="en-US" dirty="0"/>
          </a:p>
        </p:txBody>
      </p:sp>
      <p:sp>
        <p:nvSpPr>
          <p:cNvPr id="10" name="Text Placeholder 8"/>
          <p:cNvSpPr>
            <a:spLocks noGrp="1"/>
          </p:cNvSpPr>
          <p:nvPr>
            <p:ph type="body" sz="quarter" idx="11" hasCustomPrompt="1"/>
          </p:nvPr>
        </p:nvSpPr>
        <p:spPr>
          <a:xfrm>
            <a:off x="1371600" y="1823793"/>
            <a:ext cx="21107400" cy="601255"/>
          </a:xfrm>
        </p:spPr>
        <p:txBody>
          <a:bodyPr wrap="square" lIns="0" tIns="0" rIns="0" bIns="46800" anchor="t">
            <a:spAutoFit/>
          </a:bodyPr>
          <a:lstStyle>
            <a:lvl1pPr marL="0" indent="0">
              <a:buNone/>
              <a:defRPr sz="4000" b="0" i="0">
                <a:solidFill>
                  <a:srgbClr val="18263B"/>
                </a:solidFill>
                <a:latin typeface="IBM Plex Sans Light" charset="0"/>
                <a:ea typeface="IBM Plex Sans Light" charset="0"/>
                <a:cs typeface="IBM Plex Sans Light" charset="0"/>
              </a:defRPr>
            </a:lvl1pPr>
          </a:lstStyle>
          <a:p>
            <a:pPr lvl="0"/>
            <a:r>
              <a:rPr lang="en-US" dirty="0"/>
              <a:t>This is a subtitle</a:t>
            </a:r>
          </a:p>
        </p:txBody>
      </p:sp>
      <p:sp>
        <p:nvSpPr>
          <p:cNvPr id="11" name="Title 23"/>
          <p:cNvSpPr>
            <a:spLocks noGrp="1"/>
          </p:cNvSpPr>
          <p:nvPr>
            <p:ph type="title" hasCustomPrompt="1"/>
          </p:nvPr>
        </p:nvSpPr>
        <p:spPr>
          <a:xfrm>
            <a:off x="1371600" y="927794"/>
            <a:ext cx="21107400" cy="877163"/>
          </a:xfrm>
        </p:spPr>
        <p:txBody>
          <a:bodyPr lIns="0" tIns="0" rIns="0" bIns="46800" anchor="t">
            <a:spAutoFit/>
          </a:bodyPr>
          <a:lstStyle>
            <a:lvl1pPr>
              <a:defRPr sz="6000" b="1" i="0" baseline="0">
                <a:solidFill>
                  <a:srgbClr val="18263B"/>
                </a:solidFill>
                <a:latin typeface="IBM Plex Sans" charset="0"/>
                <a:ea typeface="IBM Plex Sans" charset="0"/>
                <a:cs typeface="IBM Plex Sans" charset="0"/>
              </a:defRPr>
            </a:lvl1pPr>
          </a:lstStyle>
          <a:p>
            <a:r>
              <a:rPr lang="en-US" dirty="0"/>
              <a:t>This is a title</a:t>
            </a:r>
          </a:p>
        </p:txBody>
      </p:sp>
      <p:sp>
        <p:nvSpPr>
          <p:cNvPr id="14" name="Slide Number Placeholder 5"/>
          <p:cNvSpPr>
            <a:spLocks noGrp="1"/>
          </p:cNvSpPr>
          <p:nvPr>
            <p:ph type="sldNum" sz="quarter" idx="4"/>
          </p:nvPr>
        </p:nvSpPr>
        <p:spPr>
          <a:xfrm>
            <a:off x="21005074" y="12437367"/>
            <a:ext cx="2005739" cy="730250"/>
          </a:xfrm>
          <a:prstGeom prst="rect">
            <a:avLst/>
          </a:prstGeom>
        </p:spPr>
        <p:txBody>
          <a:bodyPr vert="horz" lIns="91440" tIns="45720" rIns="91440" bIns="45720" rtlCol="0" anchor="ctr"/>
          <a:lstStyle>
            <a:lvl1pPr algn="r">
              <a:defRPr sz="2400" b="0" i="0">
                <a:solidFill>
                  <a:srgbClr val="19273C"/>
                </a:solidFill>
                <a:latin typeface="IBM Plex Sans Text" charset="0"/>
                <a:ea typeface="IBM Plex Sans Text" charset="0"/>
                <a:cs typeface="IBM Plex Sans Text" charset="0"/>
              </a:defRPr>
            </a:lvl1pPr>
          </a:lstStyle>
          <a:p>
            <a:fld id="{5F4730B7-9024-F145-844A-A9961A63A2B3}" type="slidenum">
              <a:rPr lang="en-US" smtClean="0"/>
              <a:pPr/>
              <a:t>‹#›</a:t>
            </a:fld>
            <a:endParaRPr lang="en-US" dirty="0"/>
          </a:p>
        </p:txBody>
      </p:sp>
      <p:sp>
        <p:nvSpPr>
          <p:cNvPr id="13" name="TextBox 12"/>
          <p:cNvSpPr txBox="1"/>
          <p:nvPr userDrawn="1"/>
        </p:nvSpPr>
        <p:spPr>
          <a:xfrm>
            <a:off x="2834640" y="12673092"/>
            <a:ext cx="3108960" cy="184666"/>
          </a:xfrm>
          <a:prstGeom prst="rect">
            <a:avLst/>
          </a:prstGeom>
          <a:noFill/>
        </p:spPr>
        <p:txBody>
          <a:bodyPr wrap="square" lIns="0" tIns="0" rIns="0" bIns="0" rtlCol="0">
            <a:spAutoFit/>
          </a:bodyPr>
          <a:lstStyle/>
          <a:p>
            <a:r>
              <a:rPr lang="en-US" sz="1200" b="0" u="none" kern="1200" baseline="0" dirty="0">
                <a:solidFill>
                  <a:schemeClr val="tx1"/>
                </a:solidFill>
                <a:latin typeface="IBM Plex Sans" charset="0"/>
                <a:ea typeface="IBM Plex Sans" charset="0"/>
                <a:cs typeface="IBM Plex Sans" charset="0"/>
              </a:rPr>
              <a:t> </a:t>
            </a:r>
            <a:r>
              <a:rPr lang="en-US" sz="1200" b="0" i="0" u="none" kern="1200" baseline="0" dirty="0">
                <a:solidFill>
                  <a:schemeClr val="tx1"/>
                </a:solidFill>
                <a:latin typeface="IBM Plex Sans Text" charset="0"/>
                <a:ea typeface="IBM Plex Sans Text" charset="0"/>
                <a:cs typeface="IBM Plex Sans Text" charset="0"/>
              </a:rPr>
              <a:t>©2026 IBM Corporation </a:t>
            </a:r>
            <a:endParaRPr lang="en-US" sz="1200" b="0" i="0" dirty="0">
              <a:solidFill>
                <a:schemeClr val="tx1"/>
              </a:solidFill>
              <a:latin typeface="IBM Plex Sans Text" charset="0"/>
              <a:ea typeface="IBM Plex Sans Text" charset="0"/>
              <a:cs typeface="IBM Plex Sans Text" charset="0"/>
            </a:endParaRPr>
          </a:p>
        </p:txBody>
      </p:sp>
      <p:sp>
        <p:nvSpPr>
          <p:cNvPr id="20" name="Footer Placeholder 4">
            <a:extLst>
              <a:ext uri="{FF2B5EF4-FFF2-40B4-BE49-F238E27FC236}">
                <a16:creationId xmlns:a16="http://schemas.microsoft.com/office/drawing/2014/main" id="{62D755A5-7532-4E73-8CE8-BF84BE304E1C}"/>
              </a:ext>
            </a:extLst>
          </p:cNvPr>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solidFill>
              </a:defRPr>
            </a:lvl1pPr>
          </a:lstStyle>
          <a:p>
            <a:r>
              <a:rPr lang="en-US" dirty="0"/>
              <a:t>IBM CICS sample: XFCREQ </a:t>
            </a:r>
          </a:p>
        </p:txBody>
      </p:sp>
    </p:spTree>
    <p:extLst>
      <p:ext uri="{BB962C8B-B14F-4D97-AF65-F5344CB8AC3E}">
        <p14:creationId xmlns:p14="http://schemas.microsoft.com/office/powerpoint/2010/main" val="12307419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5C040374-1D6C-45FE-96A3-AE85664482BA}" type="datetime1">
              <a:rPr lang="en-GB"/>
              <a:pPr>
                <a:defRPr/>
              </a:pPr>
              <a:t>09/02/2026</a:t>
            </a:fld>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pPr>
              <a:defRPr/>
            </a:pPr>
            <a:fld id="{D6FA3CB3-174B-4AB2-8B39-7352E393036C}" type="slidenum">
              <a:rPr lang="en-GB"/>
              <a:pPr>
                <a:defRPr/>
              </a:pPr>
              <a:t>‹#›</a:t>
            </a:fld>
            <a:endParaRPr lang="en-GB"/>
          </a:p>
        </p:txBody>
      </p:sp>
    </p:spTree>
    <p:extLst>
      <p:ext uri="{BB962C8B-B14F-4D97-AF65-F5344CB8AC3E}">
        <p14:creationId xmlns:p14="http://schemas.microsoft.com/office/powerpoint/2010/main" val="4392411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2EC87-AE93-88CF-64BC-FF2AB0721CA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0BC44EC-BA6F-4216-5975-40591ABD841C}"/>
              </a:ext>
            </a:extLst>
          </p:cNvPr>
          <p:cNvSpPr>
            <a:spLocks noGrp="1"/>
          </p:cNvSpPr>
          <p:nvPr>
            <p:ph sz="half" idx="1"/>
          </p:nvPr>
        </p:nvSpPr>
        <p:spPr>
          <a:xfrm>
            <a:off x="1676291" y="3651250"/>
            <a:ext cx="10362526"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6AA4A32-260A-7998-3A36-F7A5E315E596}"/>
              </a:ext>
            </a:extLst>
          </p:cNvPr>
          <p:cNvSpPr>
            <a:spLocks noGrp="1"/>
          </p:cNvSpPr>
          <p:nvPr>
            <p:ph sz="half" idx="2"/>
          </p:nvPr>
        </p:nvSpPr>
        <p:spPr>
          <a:xfrm>
            <a:off x="12343596" y="3651250"/>
            <a:ext cx="10362526"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2AFA0AF-4595-6FEE-6550-F3DA6BD0B274}"/>
              </a:ext>
            </a:extLst>
          </p:cNvPr>
          <p:cNvSpPr>
            <a:spLocks noGrp="1"/>
          </p:cNvSpPr>
          <p:nvPr>
            <p:ph type="dt" sz="half" idx="10"/>
          </p:nvPr>
        </p:nvSpPr>
        <p:spPr/>
        <p:txBody>
          <a:bodyPr/>
          <a:lstStyle/>
          <a:p>
            <a:fld id="{1A20EB46-6C30-42A1-AB28-701E0BF8BEDB}" type="datetimeFigureOut">
              <a:rPr lang="en-GB" smtClean="0"/>
              <a:t>09/02/2026</a:t>
            </a:fld>
            <a:endParaRPr lang="en-GB"/>
          </a:p>
        </p:txBody>
      </p:sp>
      <p:sp>
        <p:nvSpPr>
          <p:cNvPr id="6" name="Footer Placeholder 5">
            <a:extLst>
              <a:ext uri="{FF2B5EF4-FFF2-40B4-BE49-F238E27FC236}">
                <a16:creationId xmlns:a16="http://schemas.microsoft.com/office/drawing/2014/main" id="{49E5145B-BE00-9D25-7CDA-BED46E7271E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7258196-256B-9822-2660-6ADA94EFE65B}"/>
              </a:ext>
            </a:extLst>
          </p:cNvPr>
          <p:cNvSpPr>
            <a:spLocks noGrp="1"/>
          </p:cNvSpPr>
          <p:nvPr>
            <p:ph type="sldNum" sz="quarter" idx="12"/>
          </p:nvPr>
        </p:nvSpPr>
        <p:spPr/>
        <p:txBody>
          <a:bodyPr/>
          <a:lstStyle/>
          <a:p>
            <a:fld id="{62BCF3E4-F4B0-4748-9C09-6D782BCAAAF4}" type="slidenum">
              <a:rPr lang="en-GB" smtClean="0"/>
              <a:t>‹#›</a:t>
            </a:fld>
            <a:endParaRPr lang="en-GB"/>
          </a:p>
        </p:txBody>
      </p:sp>
    </p:spTree>
    <p:extLst>
      <p:ext uri="{BB962C8B-B14F-4D97-AF65-F5344CB8AC3E}">
        <p14:creationId xmlns:p14="http://schemas.microsoft.com/office/powerpoint/2010/main" val="1655021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676291" y="12712701"/>
            <a:ext cx="5486043" cy="730250"/>
          </a:xfrm>
          <a:prstGeom prst="rect">
            <a:avLst/>
          </a:prstGeom>
        </p:spPr>
        <p:txBody>
          <a:bodyPr vert="horz" lIns="91440" tIns="45720" rIns="91440" bIns="45720" rtlCol="0" anchor="ctr"/>
          <a:lstStyle>
            <a:lvl1pPr algn="l">
              <a:defRPr sz="24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r>
              <a:rPr lang="en-US" dirty="0"/>
              <a:t>IBM CICS sample: XFCREQ </a:t>
            </a:r>
          </a:p>
        </p:txBody>
      </p:sp>
      <p:sp>
        <p:nvSpPr>
          <p:cNvPr id="6" name="Slide Number Placeholder 5"/>
          <p:cNvSpPr>
            <a:spLocks noGrp="1"/>
          </p:cNvSpPr>
          <p:nvPr>
            <p:ph type="sldNum" sz="quarter" idx="4"/>
          </p:nvPr>
        </p:nvSpPr>
        <p:spPr>
          <a:xfrm>
            <a:off x="17220079" y="12712701"/>
            <a:ext cx="5486043"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5F4730B7-9024-F145-844A-A9961A63A2B3}" type="slidenum">
              <a:rPr lang="en-US" smtClean="0"/>
              <a:t>‹#›</a:t>
            </a:fld>
            <a:endParaRPr lang="en-US" dirty="0"/>
          </a:p>
        </p:txBody>
      </p:sp>
    </p:spTree>
    <p:extLst>
      <p:ext uri="{BB962C8B-B14F-4D97-AF65-F5344CB8AC3E}">
        <p14:creationId xmlns:p14="http://schemas.microsoft.com/office/powerpoint/2010/main" val="16951453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738" r:id="rId3"/>
    <p:sldLayoutId id="2147483739" r:id="rId4"/>
    <p:sldLayoutId id="2147483688" r:id="rId5"/>
    <p:sldLayoutId id="2147483689" r:id="rId6"/>
    <p:sldLayoutId id="2147483746" r:id="rId7"/>
    <p:sldLayoutId id="2147483711" r:id="rId8"/>
    <p:sldLayoutId id="2147483675" r:id="rId9"/>
    <p:sldLayoutId id="2147483735" r:id="rId10"/>
    <p:sldLayoutId id="2147483742" r:id="rId11"/>
    <p:sldLayoutId id="2147483737" r:id="rId12"/>
    <p:sldLayoutId id="2147483676" r:id="rId13"/>
    <p:sldLayoutId id="2147483678" r:id="rId14"/>
    <p:sldLayoutId id="2147483677" r:id="rId15"/>
    <p:sldLayoutId id="2147483679" r:id="rId16"/>
    <p:sldLayoutId id="2147483682" r:id="rId17"/>
    <p:sldLayoutId id="2147483684" r:id="rId18"/>
    <p:sldLayoutId id="2147483680" r:id="rId19"/>
    <p:sldLayoutId id="2147483681" r:id="rId20"/>
    <p:sldLayoutId id="2147483685" r:id="rId21"/>
    <p:sldLayoutId id="2147483687" r:id="rId22"/>
    <p:sldLayoutId id="2147483686" r:id="rId23"/>
    <p:sldLayoutId id="2147483745" r:id="rId24"/>
    <p:sldLayoutId id="2147483750" r:id="rId25"/>
    <p:sldLayoutId id="2147483755" r:id="rId26"/>
  </p:sldLayoutIdLst>
  <p:hf hdr="0" dt="0"/>
  <p:txStyles>
    <p:titleStyle>
      <a:lvl1pPr algn="l" defTabSz="1828709" rtl="0" eaLnBrk="1" latinLnBrk="0" hangingPunct="1">
        <a:lnSpc>
          <a:spcPct val="90000"/>
        </a:lnSpc>
        <a:spcBef>
          <a:spcPct val="0"/>
        </a:spcBef>
        <a:buNone/>
        <a:defRPr sz="8800" kern="1200">
          <a:solidFill>
            <a:srgbClr val="19273C"/>
          </a:solidFill>
          <a:latin typeface="IBM Plex Sans" panose="020B0503050203000203" pitchFamily="34" charset="0"/>
          <a:ea typeface="+mj-ea"/>
          <a:cs typeface="+mj-cs"/>
        </a:defRPr>
      </a:lvl1pPr>
    </p:titleStyle>
    <p:bodyStyle>
      <a:lvl1pPr marL="457177" indent="-457177" algn="l" defTabSz="1828709" rtl="0" eaLnBrk="1" latinLnBrk="0" hangingPunct="1">
        <a:lnSpc>
          <a:spcPct val="100000"/>
        </a:lnSpc>
        <a:spcBef>
          <a:spcPts val="2000"/>
        </a:spcBef>
        <a:buFont typeface="Arial" panose="020B0604020202020204" pitchFamily="34" charset="0"/>
        <a:buChar char="•"/>
        <a:defRPr sz="5600" kern="1200" baseline="0">
          <a:solidFill>
            <a:srgbClr val="18263B"/>
          </a:solidFill>
          <a:latin typeface="IBM Plex Sans" panose="020B0503050203000203" pitchFamily="34" charset="0"/>
          <a:ea typeface="+mn-ea"/>
          <a:cs typeface="+mn-cs"/>
        </a:defRPr>
      </a:lvl1pPr>
      <a:lvl2pPr marL="1371531" indent="-457177" algn="l" defTabSz="1828709" rtl="0" eaLnBrk="1" latinLnBrk="0" hangingPunct="1">
        <a:lnSpc>
          <a:spcPct val="100000"/>
        </a:lnSpc>
        <a:spcBef>
          <a:spcPts val="1000"/>
        </a:spcBef>
        <a:buFont typeface="Arial" panose="020B0604020202020204" pitchFamily="34" charset="0"/>
        <a:buChar char="•"/>
        <a:defRPr sz="4800" kern="1200" baseline="0">
          <a:solidFill>
            <a:srgbClr val="18263B"/>
          </a:solidFill>
          <a:latin typeface="IBM Plex Sans" panose="020B0503050203000203" pitchFamily="34" charset="0"/>
          <a:ea typeface="+mn-ea"/>
          <a:cs typeface="+mn-cs"/>
        </a:defRPr>
      </a:lvl2pPr>
      <a:lvl3pPr marL="2285886" indent="-457177" algn="l" defTabSz="1828709" rtl="0" eaLnBrk="1" latinLnBrk="0" hangingPunct="1">
        <a:lnSpc>
          <a:spcPct val="100000"/>
        </a:lnSpc>
        <a:spcBef>
          <a:spcPts val="1000"/>
        </a:spcBef>
        <a:buFont typeface="Arial" panose="020B0604020202020204" pitchFamily="34" charset="0"/>
        <a:buChar char="•"/>
        <a:defRPr sz="4000" kern="1200" baseline="0">
          <a:solidFill>
            <a:srgbClr val="18263B"/>
          </a:solidFill>
          <a:latin typeface="IBM Plex Sans" panose="020B0503050203000203" pitchFamily="34" charset="0"/>
          <a:ea typeface="+mn-ea"/>
          <a:cs typeface="+mn-cs"/>
        </a:defRPr>
      </a:lvl3pPr>
      <a:lvl4pPr marL="3200240" indent="-457177" algn="l" defTabSz="1828709" rtl="0" eaLnBrk="1" latinLnBrk="0" hangingPunct="1">
        <a:lnSpc>
          <a:spcPct val="100000"/>
        </a:lnSpc>
        <a:spcBef>
          <a:spcPts val="1000"/>
        </a:spcBef>
        <a:buFont typeface="Arial" panose="020B0604020202020204" pitchFamily="34" charset="0"/>
        <a:buChar char="•"/>
        <a:defRPr sz="3600" kern="1200" baseline="0">
          <a:solidFill>
            <a:srgbClr val="18263B"/>
          </a:solidFill>
          <a:latin typeface="IBM Plex Sans" panose="020B0503050203000203" pitchFamily="34" charset="0"/>
          <a:ea typeface="+mn-ea"/>
          <a:cs typeface="+mn-cs"/>
        </a:defRPr>
      </a:lvl4pPr>
      <a:lvl5pPr marL="4114594" indent="-457177" algn="l" defTabSz="1828709" rtl="0" eaLnBrk="1" latinLnBrk="0" hangingPunct="1">
        <a:lnSpc>
          <a:spcPct val="100000"/>
        </a:lnSpc>
        <a:spcBef>
          <a:spcPts val="1000"/>
        </a:spcBef>
        <a:buFont typeface="Arial" panose="020B0604020202020204" pitchFamily="34" charset="0"/>
        <a:buChar char="•"/>
        <a:defRPr sz="3600" kern="1200" baseline="0">
          <a:solidFill>
            <a:srgbClr val="18263B"/>
          </a:solidFill>
          <a:latin typeface="IBM Plex Sans" panose="020B0503050203000203" pitchFamily="34" charset="0"/>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www.ibm.com/docs/en/cics-ts/6.x?topic=programs-customizing-user-exit" TargetMode="External"/><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hyperlink" Target="https://www.ibm.com/docs/en/cics-ts/6.x?topic=programs-global-user-exi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hyperlink" Target="https://www.ibm.com/docs/en/cics-ts/5.6.0?topic=programs-using-task-token-ueptstok"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00DAD8-F569-0DFB-E3FD-C756B01CB851}"/>
              </a:ext>
            </a:extLst>
          </p:cNvPr>
          <p:cNvSpPr>
            <a:spLocks noGrp="1"/>
          </p:cNvSpPr>
          <p:nvPr>
            <p:ph type="body" sz="quarter" idx="14"/>
          </p:nvPr>
        </p:nvSpPr>
        <p:spPr>
          <a:xfrm>
            <a:off x="1968500" y="5171853"/>
            <a:ext cx="14337238" cy="2048966"/>
          </a:xfrm>
        </p:spPr>
        <p:txBody>
          <a:bodyPr>
            <a:normAutofit/>
          </a:bodyPr>
          <a:lstStyle/>
          <a:p>
            <a:r>
              <a:rPr lang="en-GB" dirty="0"/>
              <a:t>CICS Sample GLUE : XFCREQ</a:t>
            </a:r>
          </a:p>
        </p:txBody>
      </p:sp>
      <p:sp>
        <p:nvSpPr>
          <p:cNvPr id="3" name="Text Placeholder 2">
            <a:extLst>
              <a:ext uri="{FF2B5EF4-FFF2-40B4-BE49-F238E27FC236}">
                <a16:creationId xmlns:a16="http://schemas.microsoft.com/office/drawing/2014/main" id="{1FE25243-2722-FF5E-7FC8-1D1AEA72561D}"/>
              </a:ext>
            </a:extLst>
          </p:cNvPr>
          <p:cNvSpPr>
            <a:spLocks noGrp="1"/>
          </p:cNvSpPr>
          <p:nvPr>
            <p:ph type="body" sz="quarter" idx="16"/>
          </p:nvPr>
        </p:nvSpPr>
        <p:spPr/>
        <p:txBody>
          <a:bodyPr/>
          <a:lstStyle/>
          <a:p>
            <a:r>
              <a:rPr lang="en-GB" dirty="0"/>
              <a:t>Arndt.eade@uk.ibm.com</a:t>
            </a:r>
          </a:p>
        </p:txBody>
      </p:sp>
      <p:sp>
        <p:nvSpPr>
          <p:cNvPr id="4" name="Text Placeholder 3">
            <a:extLst>
              <a:ext uri="{FF2B5EF4-FFF2-40B4-BE49-F238E27FC236}">
                <a16:creationId xmlns:a16="http://schemas.microsoft.com/office/drawing/2014/main" id="{351DFE19-A15E-5092-DDF9-91434196AD2A}"/>
              </a:ext>
            </a:extLst>
          </p:cNvPr>
          <p:cNvSpPr>
            <a:spLocks noGrp="1"/>
          </p:cNvSpPr>
          <p:nvPr>
            <p:ph type="body" sz="quarter" idx="17"/>
          </p:nvPr>
        </p:nvSpPr>
        <p:spPr/>
        <p:txBody>
          <a:bodyPr/>
          <a:lstStyle/>
          <a:p>
            <a:r>
              <a:rPr lang="en-GB" dirty="0"/>
              <a:t>February 2026</a:t>
            </a:r>
          </a:p>
        </p:txBody>
      </p:sp>
      <p:sp>
        <p:nvSpPr>
          <p:cNvPr id="5" name="Text Placeholder 4">
            <a:extLst>
              <a:ext uri="{FF2B5EF4-FFF2-40B4-BE49-F238E27FC236}">
                <a16:creationId xmlns:a16="http://schemas.microsoft.com/office/drawing/2014/main" id="{4A5F43DD-2C48-260E-9F84-CD119AD0E25F}"/>
              </a:ext>
            </a:extLst>
          </p:cNvPr>
          <p:cNvSpPr>
            <a:spLocks noGrp="1"/>
          </p:cNvSpPr>
          <p:nvPr>
            <p:ph type="body" sz="quarter" idx="18"/>
          </p:nvPr>
        </p:nvSpPr>
        <p:spPr/>
        <p:txBody>
          <a:bodyPr/>
          <a:lstStyle/>
          <a:p>
            <a:r>
              <a:rPr lang="en-GB" dirty="0"/>
              <a:t>Arndt Eade</a:t>
            </a:r>
          </a:p>
        </p:txBody>
      </p:sp>
      <p:sp>
        <p:nvSpPr>
          <p:cNvPr id="6" name="Footer Placeholder 5">
            <a:extLst>
              <a:ext uri="{FF2B5EF4-FFF2-40B4-BE49-F238E27FC236}">
                <a16:creationId xmlns:a16="http://schemas.microsoft.com/office/drawing/2014/main" id="{8D4F4836-85B5-F91F-DBAD-5540AE1CC639}"/>
              </a:ext>
            </a:extLst>
          </p:cNvPr>
          <p:cNvSpPr>
            <a:spLocks noGrp="1"/>
          </p:cNvSpPr>
          <p:nvPr>
            <p:ph type="ftr" sz="quarter" idx="19"/>
          </p:nvPr>
        </p:nvSpPr>
        <p:spPr/>
        <p:txBody>
          <a:bodyPr/>
          <a:lstStyle/>
          <a:p>
            <a:r>
              <a:rPr lang="en-US"/>
              <a:t>IBM CICS sample: XFCREQ </a:t>
            </a:r>
            <a:endParaRPr lang="en-US" dirty="0"/>
          </a:p>
        </p:txBody>
      </p:sp>
    </p:spTree>
    <p:extLst>
      <p:ext uri="{BB962C8B-B14F-4D97-AF65-F5344CB8AC3E}">
        <p14:creationId xmlns:p14="http://schemas.microsoft.com/office/powerpoint/2010/main" val="494177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2E791EC3-EC5A-7BFC-EB82-649650B4524A}"/>
              </a:ext>
            </a:extLst>
          </p:cNvPr>
          <p:cNvSpPr>
            <a:spLocks noGrp="1"/>
          </p:cNvSpPr>
          <p:nvPr>
            <p:ph type="body" sz="quarter" idx="11"/>
          </p:nvPr>
        </p:nvSpPr>
        <p:spPr/>
        <p:txBody>
          <a:bodyPr/>
          <a:lstStyle/>
          <a:p>
            <a:endParaRPr lang="en-GB" dirty="0"/>
          </a:p>
        </p:txBody>
      </p:sp>
      <p:sp>
        <p:nvSpPr>
          <p:cNvPr id="7" name="Title 6">
            <a:extLst>
              <a:ext uri="{FF2B5EF4-FFF2-40B4-BE49-F238E27FC236}">
                <a16:creationId xmlns:a16="http://schemas.microsoft.com/office/drawing/2014/main" id="{36F1AB40-C24E-D012-A02E-D0BB84062B9C}"/>
              </a:ext>
            </a:extLst>
          </p:cNvPr>
          <p:cNvSpPr>
            <a:spLocks noGrp="1"/>
          </p:cNvSpPr>
          <p:nvPr>
            <p:ph type="title"/>
          </p:nvPr>
        </p:nvSpPr>
        <p:spPr/>
        <p:txBody>
          <a:bodyPr/>
          <a:lstStyle/>
          <a:p>
            <a:r>
              <a:rPr lang="en-GB" dirty="0"/>
              <a:t>Content</a:t>
            </a:r>
          </a:p>
        </p:txBody>
      </p:sp>
      <p:sp>
        <p:nvSpPr>
          <p:cNvPr id="6" name="Footer Placeholder 5">
            <a:extLst>
              <a:ext uri="{FF2B5EF4-FFF2-40B4-BE49-F238E27FC236}">
                <a16:creationId xmlns:a16="http://schemas.microsoft.com/office/drawing/2014/main" id="{8D007048-5465-8DCB-02E7-476BD6033F3B}"/>
              </a:ext>
            </a:extLst>
          </p:cNvPr>
          <p:cNvSpPr>
            <a:spLocks noGrp="1"/>
          </p:cNvSpPr>
          <p:nvPr>
            <p:ph type="ftr" sz="quarter" idx="3"/>
          </p:nvPr>
        </p:nvSpPr>
        <p:spPr/>
        <p:txBody>
          <a:bodyPr/>
          <a:lstStyle/>
          <a:p>
            <a:r>
              <a:rPr lang="en-US"/>
              <a:t>IBM CICS sample: XFCREQ </a:t>
            </a:r>
            <a:endParaRPr lang="en-US" dirty="0"/>
          </a:p>
        </p:txBody>
      </p:sp>
      <p:sp>
        <p:nvSpPr>
          <p:cNvPr id="8" name="Text Placeholder 7">
            <a:extLst>
              <a:ext uri="{FF2B5EF4-FFF2-40B4-BE49-F238E27FC236}">
                <a16:creationId xmlns:a16="http://schemas.microsoft.com/office/drawing/2014/main" id="{17F433A5-C876-C5FA-2298-F07C7ADE8050}"/>
              </a:ext>
            </a:extLst>
          </p:cNvPr>
          <p:cNvSpPr>
            <a:spLocks noGrp="1"/>
          </p:cNvSpPr>
          <p:nvPr>
            <p:ph type="body" sz="quarter" idx="10"/>
          </p:nvPr>
        </p:nvSpPr>
        <p:spPr/>
        <p:txBody>
          <a:bodyPr/>
          <a:lstStyle/>
          <a:p>
            <a:r>
              <a:rPr lang="en-GB" dirty="0"/>
              <a:t>The following are described in this presentation: </a:t>
            </a:r>
          </a:p>
          <a:p>
            <a:pPr marL="457200" indent="-457200">
              <a:buFont typeface="Wingdings" panose="05000000000000000000" pitchFamily="2" charset="2"/>
              <a:buChar char="Ø"/>
            </a:pPr>
            <a:r>
              <a:rPr lang="en-GB" dirty="0"/>
              <a:t>An overview of CICS exits</a:t>
            </a:r>
          </a:p>
          <a:p>
            <a:pPr marL="457200" indent="-457200">
              <a:buFont typeface="Wingdings" panose="05000000000000000000" pitchFamily="2" charset="2"/>
              <a:buChar char="Ø"/>
            </a:pPr>
            <a:r>
              <a:rPr lang="en-GB" dirty="0"/>
              <a:t>The problem we are seeking to resolve</a:t>
            </a:r>
          </a:p>
          <a:p>
            <a:pPr marL="457200" indent="-457200">
              <a:buFont typeface="Wingdings" panose="05000000000000000000" pitchFamily="2" charset="2"/>
              <a:buChar char="Ø"/>
            </a:pPr>
            <a:r>
              <a:rPr lang="en-GB" dirty="0"/>
              <a:t>The solution</a:t>
            </a:r>
          </a:p>
          <a:p>
            <a:pPr marL="457200" indent="-457200">
              <a:buFont typeface="Wingdings" panose="05000000000000000000" pitchFamily="2" charset="2"/>
              <a:buChar char="Ø"/>
            </a:pPr>
            <a:r>
              <a:rPr lang="en-GB" dirty="0"/>
              <a:t>The artifacts </a:t>
            </a:r>
          </a:p>
          <a:p>
            <a:pPr marL="457200" indent="-457200">
              <a:buFont typeface="Wingdings" panose="05000000000000000000" pitchFamily="2" charset="2"/>
              <a:buChar char="Ø"/>
            </a:pPr>
            <a:r>
              <a:rPr lang="en-GB" dirty="0"/>
              <a:t>Solution alternatives</a:t>
            </a:r>
          </a:p>
        </p:txBody>
      </p:sp>
    </p:spTree>
    <p:extLst>
      <p:ext uri="{BB962C8B-B14F-4D97-AF65-F5344CB8AC3E}">
        <p14:creationId xmlns:p14="http://schemas.microsoft.com/office/powerpoint/2010/main" val="2155458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548E0C0-D536-D889-FD2A-FF88F33130F9}"/>
              </a:ext>
            </a:extLst>
          </p:cNvPr>
          <p:cNvSpPr>
            <a:spLocks noGrp="1"/>
          </p:cNvSpPr>
          <p:nvPr>
            <p:ph type="body" sz="quarter" idx="14"/>
          </p:nvPr>
        </p:nvSpPr>
        <p:spPr/>
        <p:txBody>
          <a:bodyPr/>
          <a:lstStyle/>
          <a:p>
            <a:r>
              <a:rPr lang="en-GB" dirty="0"/>
              <a:t>Overview</a:t>
            </a:r>
          </a:p>
        </p:txBody>
      </p:sp>
      <p:sp>
        <p:nvSpPr>
          <p:cNvPr id="5" name="Footer Placeholder 4">
            <a:extLst>
              <a:ext uri="{FF2B5EF4-FFF2-40B4-BE49-F238E27FC236}">
                <a16:creationId xmlns:a16="http://schemas.microsoft.com/office/drawing/2014/main" id="{2B4CED25-C287-022D-9864-1B2183C6E5C1}"/>
              </a:ext>
            </a:extLst>
          </p:cNvPr>
          <p:cNvSpPr>
            <a:spLocks noGrp="1"/>
          </p:cNvSpPr>
          <p:nvPr>
            <p:ph type="ftr" sz="quarter" idx="16"/>
          </p:nvPr>
        </p:nvSpPr>
        <p:spPr/>
        <p:txBody>
          <a:bodyPr/>
          <a:lstStyle/>
          <a:p>
            <a:r>
              <a:rPr lang="en-US"/>
              <a:t>IBM CICS sample: XFCREQ </a:t>
            </a:r>
            <a:endParaRPr lang="en-US" dirty="0"/>
          </a:p>
        </p:txBody>
      </p:sp>
      <p:sp>
        <p:nvSpPr>
          <p:cNvPr id="4" name="Slide Number Placeholder 3">
            <a:extLst>
              <a:ext uri="{FF2B5EF4-FFF2-40B4-BE49-F238E27FC236}">
                <a16:creationId xmlns:a16="http://schemas.microsoft.com/office/drawing/2014/main" id="{22E5C18B-4BA6-69D2-91FD-CEBF2B84DADF}"/>
              </a:ext>
            </a:extLst>
          </p:cNvPr>
          <p:cNvSpPr>
            <a:spLocks noGrp="1"/>
          </p:cNvSpPr>
          <p:nvPr>
            <p:ph type="sldNum" sz="quarter" idx="17"/>
          </p:nvPr>
        </p:nvSpPr>
        <p:spPr/>
        <p:txBody>
          <a:bodyPr/>
          <a:lstStyle/>
          <a:p>
            <a:fld id="{5F4730B7-9024-F145-844A-A9961A63A2B3}" type="slidenum">
              <a:rPr lang="en-US" smtClean="0"/>
              <a:pPr/>
              <a:t>3</a:t>
            </a:fld>
            <a:endParaRPr lang="en-US" dirty="0"/>
          </a:p>
        </p:txBody>
      </p:sp>
    </p:spTree>
    <p:extLst>
      <p:ext uri="{BB962C8B-B14F-4D97-AF65-F5344CB8AC3E}">
        <p14:creationId xmlns:p14="http://schemas.microsoft.com/office/powerpoint/2010/main" val="1882126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B434835-60E8-A4A4-9DF1-C5706E46A10E}"/>
              </a:ext>
            </a:extLst>
          </p:cNvPr>
          <p:cNvSpPr>
            <a:spLocks noGrp="1"/>
          </p:cNvSpPr>
          <p:nvPr>
            <p:ph type="body" sz="quarter" idx="18"/>
          </p:nvPr>
        </p:nvSpPr>
        <p:spPr>
          <a:xfrm>
            <a:off x="1371602" y="2560717"/>
            <a:ext cx="21107398" cy="8594565"/>
          </a:xfrm>
        </p:spPr>
        <p:txBody>
          <a:bodyPr/>
          <a:lstStyle/>
          <a:p>
            <a:pPr marL="0" indent="0">
              <a:buNone/>
            </a:pPr>
            <a:r>
              <a:rPr lang="en-GB" dirty="0"/>
              <a:t>Those familiar with the systems management of CICS TS will be aware of the ability to execute user programs at strategic points during the execution of a transaction. The intent being that user code can modify the behaviour of CICS to meet specific requirements.</a:t>
            </a:r>
          </a:p>
          <a:p>
            <a:pPr marL="0" indent="0">
              <a:buNone/>
            </a:pPr>
            <a:r>
              <a:rPr lang="en-GB" dirty="0"/>
              <a:t>CICS provides different exit types, which serve different purposes (see </a:t>
            </a:r>
            <a:r>
              <a:rPr lang="en-US" dirty="0">
                <a:hlinkClick r:id="rId3"/>
              </a:rPr>
              <a:t>Customizing with user exit programs - IBM Documentation</a:t>
            </a:r>
            <a:r>
              <a:rPr lang="en-US" dirty="0"/>
              <a:t>).  </a:t>
            </a:r>
          </a:p>
          <a:p>
            <a:pPr marL="0" indent="0">
              <a:buNone/>
            </a:pPr>
            <a:r>
              <a:rPr lang="en-US" dirty="0"/>
              <a:t>Global User Exits (GLUEs) are perhaps the most well known (see </a:t>
            </a:r>
            <a:r>
              <a:rPr lang="en-GB" dirty="0">
                <a:hlinkClick r:id="rId4"/>
              </a:rPr>
              <a:t>Global user exit programs - IBM Documentation</a:t>
            </a:r>
            <a:r>
              <a:rPr lang="en-GB" dirty="0"/>
              <a:t>).  </a:t>
            </a:r>
          </a:p>
          <a:p>
            <a:pPr marL="0" indent="0">
              <a:buNone/>
            </a:pPr>
            <a:r>
              <a:rPr lang="en-GB" dirty="0"/>
              <a:t>This document, the scenario it describes, and the business problem it seeks to resolve use the GLUE interface at the XFCREQ exit point. </a:t>
            </a:r>
          </a:p>
          <a:p>
            <a:pPr marL="0" indent="0">
              <a:buNone/>
            </a:pPr>
            <a:r>
              <a:rPr lang="en-US" dirty="0"/>
              <a:t>The XFCREQ exit points is driven for file control API requests before any action is taken by CICS file control; this allows the exit to modify the input parameter list, including the file name being accessed.    </a:t>
            </a:r>
            <a:endParaRPr lang="en-GB" dirty="0"/>
          </a:p>
          <a:p>
            <a:pPr marL="0" indent="0">
              <a:buNone/>
            </a:pPr>
            <a:endParaRPr lang="en-GB" dirty="0"/>
          </a:p>
          <a:p>
            <a:pPr marL="0" indent="0">
              <a:buNone/>
            </a:pPr>
            <a:endParaRPr lang="en-GB" dirty="0"/>
          </a:p>
        </p:txBody>
      </p:sp>
      <p:sp>
        <p:nvSpPr>
          <p:cNvPr id="7" name="Title 6">
            <a:extLst>
              <a:ext uri="{FF2B5EF4-FFF2-40B4-BE49-F238E27FC236}">
                <a16:creationId xmlns:a16="http://schemas.microsoft.com/office/drawing/2014/main" id="{E6678FC3-017C-50F0-DECD-0F20CADCE118}"/>
              </a:ext>
            </a:extLst>
          </p:cNvPr>
          <p:cNvSpPr>
            <a:spLocks noGrp="1"/>
          </p:cNvSpPr>
          <p:nvPr>
            <p:ph type="title"/>
          </p:nvPr>
        </p:nvSpPr>
        <p:spPr/>
        <p:txBody>
          <a:bodyPr/>
          <a:lstStyle/>
          <a:p>
            <a:r>
              <a:rPr lang="en-GB" dirty="0"/>
              <a:t>overview</a:t>
            </a:r>
          </a:p>
        </p:txBody>
      </p:sp>
      <p:sp>
        <p:nvSpPr>
          <p:cNvPr id="6" name="Footer Placeholder 5">
            <a:extLst>
              <a:ext uri="{FF2B5EF4-FFF2-40B4-BE49-F238E27FC236}">
                <a16:creationId xmlns:a16="http://schemas.microsoft.com/office/drawing/2014/main" id="{55C5A842-4839-A6DE-6C97-A0CD559562F8}"/>
              </a:ext>
            </a:extLst>
          </p:cNvPr>
          <p:cNvSpPr>
            <a:spLocks noGrp="1"/>
          </p:cNvSpPr>
          <p:nvPr>
            <p:ph type="ftr" sz="quarter" idx="3"/>
          </p:nvPr>
        </p:nvSpPr>
        <p:spPr/>
        <p:txBody>
          <a:bodyPr/>
          <a:lstStyle/>
          <a:p>
            <a:r>
              <a:rPr lang="en-US"/>
              <a:t>IBM CICS sample: XFCREQ </a:t>
            </a:r>
            <a:endParaRPr lang="en-US" dirty="0"/>
          </a:p>
        </p:txBody>
      </p:sp>
    </p:spTree>
    <p:extLst>
      <p:ext uri="{BB962C8B-B14F-4D97-AF65-F5344CB8AC3E}">
        <p14:creationId xmlns:p14="http://schemas.microsoft.com/office/powerpoint/2010/main" val="2442471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065C3-25C3-0EC2-71DF-1322ECA12A8E}"/>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200F7A9D-E291-CA3F-4BA4-5E39E18F9347}"/>
              </a:ext>
            </a:extLst>
          </p:cNvPr>
          <p:cNvSpPr>
            <a:spLocks noGrp="1"/>
          </p:cNvSpPr>
          <p:nvPr>
            <p:ph type="body" sz="quarter" idx="18"/>
          </p:nvPr>
        </p:nvSpPr>
        <p:spPr/>
        <p:txBody>
          <a:bodyPr/>
          <a:lstStyle/>
          <a:p>
            <a:pPr marL="0" indent="0">
              <a:buNone/>
            </a:pPr>
            <a:r>
              <a:rPr lang="en-GB" dirty="0"/>
              <a:t>The package of programs, CICS resource and VSAM file definitions provided are sufficient to demonstrate the solution.  </a:t>
            </a:r>
          </a:p>
          <a:p>
            <a:pPr marL="0" indent="0">
              <a:buNone/>
            </a:pPr>
            <a:r>
              <a:rPr lang="en-GB" dirty="0"/>
              <a:t>We have also described several modifications to the design which may better suit your scenario and will hopefully provide some additional flexibility in implementation.   </a:t>
            </a:r>
          </a:p>
          <a:p>
            <a:pPr marL="0" indent="0">
              <a:buNone/>
            </a:pPr>
            <a:endParaRPr lang="en-GB" dirty="0"/>
          </a:p>
          <a:p>
            <a:pPr marL="0" indent="0">
              <a:buNone/>
            </a:pPr>
            <a:endParaRPr lang="en-GB" dirty="0"/>
          </a:p>
        </p:txBody>
      </p:sp>
      <p:sp>
        <p:nvSpPr>
          <p:cNvPr id="7" name="Title 6">
            <a:extLst>
              <a:ext uri="{FF2B5EF4-FFF2-40B4-BE49-F238E27FC236}">
                <a16:creationId xmlns:a16="http://schemas.microsoft.com/office/drawing/2014/main" id="{F41B36E0-D5AC-5E06-07B9-4C53CA16681D}"/>
              </a:ext>
            </a:extLst>
          </p:cNvPr>
          <p:cNvSpPr>
            <a:spLocks noGrp="1"/>
          </p:cNvSpPr>
          <p:nvPr>
            <p:ph type="title"/>
          </p:nvPr>
        </p:nvSpPr>
        <p:spPr/>
        <p:txBody>
          <a:bodyPr/>
          <a:lstStyle/>
          <a:p>
            <a:r>
              <a:rPr lang="en-GB" dirty="0"/>
              <a:t>overview</a:t>
            </a:r>
          </a:p>
        </p:txBody>
      </p:sp>
      <p:sp>
        <p:nvSpPr>
          <p:cNvPr id="6" name="Footer Placeholder 5">
            <a:extLst>
              <a:ext uri="{FF2B5EF4-FFF2-40B4-BE49-F238E27FC236}">
                <a16:creationId xmlns:a16="http://schemas.microsoft.com/office/drawing/2014/main" id="{D17E21A6-C07E-E1B1-B333-04989604A0BC}"/>
              </a:ext>
            </a:extLst>
          </p:cNvPr>
          <p:cNvSpPr>
            <a:spLocks noGrp="1"/>
          </p:cNvSpPr>
          <p:nvPr>
            <p:ph type="ftr" sz="quarter" idx="3"/>
          </p:nvPr>
        </p:nvSpPr>
        <p:spPr/>
        <p:txBody>
          <a:bodyPr/>
          <a:lstStyle/>
          <a:p>
            <a:r>
              <a:rPr lang="en-US"/>
              <a:t>IBM CICS sample: XFCREQ </a:t>
            </a:r>
            <a:endParaRPr lang="en-US" dirty="0"/>
          </a:p>
        </p:txBody>
      </p:sp>
    </p:spTree>
    <p:extLst>
      <p:ext uri="{BB962C8B-B14F-4D97-AF65-F5344CB8AC3E}">
        <p14:creationId xmlns:p14="http://schemas.microsoft.com/office/powerpoint/2010/main" val="4231387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B2AF3C-5C35-B2A5-93C8-CF5C3D1C6586}"/>
              </a:ext>
            </a:extLst>
          </p:cNvPr>
          <p:cNvSpPr>
            <a:spLocks noGrp="1"/>
          </p:cNvSpPr>
          <p:nvPr>
            <p:ph type="body" sz="quarter" idx="18"/>
          </p:nvPr>
        </p:nvSpPr>
        <p:spPr/>
        <p:txBody>
          <a:bodyPr/>
          <a:lstStyle/>
          <a:p>
            <a:pPr marL="0" indent="0">
              <a:buNone/>
            </a:pPr>
            <a:r>
              <a:rPr lang="en-GB" dirty="0"/>
              <a:t>Certain terms are used in this document which are described below.  Clarifying their meaning will hopefully reduce ambiguity.</a:t>
            </a:r>
          </a:p>
          <a:p>
            <a:pPr>
              <a:buFont typeface="Wingdings" panose="05000000000000000000" pitchFamily="2" charset="2"/>
              <a:buChar char="Ø"/>
            </a:pPr>
            <a:r>
              <a:rPr lang="en-GB" sz="3600" dirty="0"/>
              <a:t>Application – A set of CICS resources which represent a business application.  Typically made up of CICS transaction, program and data resource definitions.</a:t>
            </a:r>
          </a:p>
          <a:p>
            <a:pPr>
              <a:buFont typeface="Wingdings" panose="05000000000000000000" pitchFamily="2" charset="2"/>
              <a:buChar char="Ø"/>
            </a:pPr>
            <a:r>
              <a:rPr lang="en-GB" sz="3600" dirty="0"/>
              <a:t>TRANSACTION – A 1-4-character name of a CICS TRANSACTION definition used to initiate a business function in CICS.  </a:t>
            </a:r>
          </a:p>
          <a:p>
            <a:pPr>
              <a:buFont typeface="Wingdings" panose="05000000000000000000" pitchFamily="2" charset="2"/>
              <a:buChar char="Ø"/>
            </a:pPr>
            <a:r>
              <a:rPr lang="en-GB" sz="3600" dirty="0"/>
              <a:t>PROGRAM – A 1-8-character name of a CICS PROGRAM definition. Executed as part of a transaction.</a:t>
            </a:r>
          </a:p>
          <a:p>
            <a:pPr>
              <a:buFont typeface="Wingdings" panose="05000000000000000000" pitchFamily="2" charset="2"/>
              <a:buChar char="Ø"/>
            </a:pPr>
            <a:r>
              <a:rPr lang="en-GB" sz="3600" dirty="0"/>
              <a:t>Task – a single executing instance of a transaction.</a:t>
            </a:r>
          </a:p>
          <a:p>
            <a:pPr>
              <a:buFont typeface="Wingdings" panose="05000000000000000000" pitchFamily="2" charset="2"/>
              <a:buChar char="Ø"/>
            </a:pPr>
            <a:r>
              <a:rPr lang="en-GB" sz="3600" dirty="0"/>
              <a:t>FILENAME – A 1-8-character name of a CICS FILE resource definition. Contains the name of the underlying VSAM dataset to be accessed.</a:t>
            </a:r>
          </a:p>
          <a:p>
            <a:pPr>
              <a:buFont typeface="Wingdings" panose="05000000000000000000" pitchFamily="2" charset="2"/>
              <a:buChar char="Ø"/>
            </a:pPr>
            <a:r>
              <a:rPr lang="en-GB" sz="3600" dirty="0"/>
              <a:t>DATASET – The underlying dataset name defined to z/OS. Up to 44 character in length. </a:t>
            </a:r>
          </a:p>
        </p:txBody>
      </p:sp>
      <p:sp>
        <p:nvSpPr>
          <p:cNvPr id="3" name="Title 2">
            <a:extLst>
              <a:ext uri="{FF2B5EF4-FFF2-40B4-BE49-F238E27FC236}">
                <a16:creationId xmlns:a16="http://schemas.microsoft.com/office/drawing/2014/main" id="{A8FBDBE1-E4C4-D1FD-D854-B27E26B6BA57}"/>
              </a:ext>
            </a:extLst>
          </p:cNvPr>
          <p:cNvSpPr>
            <a:spLocks noGrp="1"/>
          </p:cNvSpPr>
          <p:nvPr>
            <p:ph type="title"/>
          </p:nvPr>
        </p:nvSpPr>
        <p:spPr/>
        <p:txBody>
          <a:bodyPr/>
          <a:lstStyle/>
          <a:p>
            <a:r>
              <a:rPr lang="en-GB" dirty="0"/>
              <a:t>Terminology</a:t>
            </a:r>
          </a:p>
        </p:txBody>
      </p:sp>
      <p:sp>
        <p:nvSpPr>
          <p:cNvPr id="4" name="Slide Number Placeholder 3">
            <a:extLst>
              <a:ext uri="{FF2B5EF4-FFF2-40B4-BE49-F238E27FC236}">
                <a16:creationId xmlns:a16="http://schemas.microsoft.com/office/drawing/2014/main" id="{D86A2DD9-942E-3E9C-767E-EA17ACEC29DE}"/>
              </a:ext>
            </a:extLst>
          </p:cNvPr>
          <p:cNvSpPr>
            <a:spLocks noGrp="1"/>
          </p:cNvSpPr>
          <p:nvPr>
            <p:ph type="sldNum" sz="quarter" idx="4"/>
          </p:nvPr>
        </p:nvSpPr>
        <p:spPr/>
        <p:txBody>
          <a:bodyPr/>
          <a:lstStyle/>
          <a:p>
            <a:fld id="{5F4730B7-9024-F145-844A-A9961A63A2B3}" type="slidenum">
              <a:rPr lang="en-US" smtClean="0"/>
              <a:pPr/>
              <a:t>6</a:t>
            </a:fld>
            <a:endParaRPr lang="en-US" dirty="0"/>
          </a:p>
        </p:txBody>
      </p:sp>
      <p:sp>
        <p:nvSpPr>
          <p:cNvPr id="5" name="Footer Placeholder 4">
            <a:extLst>
              <a:ext uri="{FF2B5EF4-FFF2-40B4-BE49-F238E27FC236}">
                <a16:creationId xmlns:a16="http://schemas.microsoft.com/office/drawing/2014/main" id="{347B2389-E3CD-587B-C5B0-F7E282AB1CD7}"/>
              </a:ext>
            </a:extLst>
          </p:cNvPr>
          <p:cNvSpPr>
            <a:spLocks noGrp="1"/>
          </p:cNvSpPr>
          <p:nvPr>
            <p:ph type="ftr" sz="quarter" idx="3"/>
          </p:nvPr>
        </p:nvSpPr>
        <p:spPr/>
        <p:txBody>
          <a:bodyPr/>
          <a:lstStyle/>
          <a:p>
            <a:r>
              <a:rPr lang="en-US"/>
              <a:t>IBM CICS sample: XFCREQ </a:t>
            </a:r>
            <a:endParaRPr lang="en-US" dirty="0"/>
          </a:p>
        </p:txBody>
      </p:sp>
    </p:spTree>
    <p:extLst>
      <p:ext uri="{BB962C8B-B14F-4D97-AF65-F5344CB8AC3E}">
        <p14:creationId xmlns:p14="http://schemas.microsoft.com/office/powerpoint/2010/main" val="3476299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0C6C7-AF54-0D66-E47D-1095BAAD9DA9}"/>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17876D0D-15ED-B6A2-23FF-288E8E0A8EC1}"/>
              </a:ext>
            </a:extLst>
          </p:cNvPr>
          <p:cNvSpPr>
            <a:spLocks noGrp="1"/>
          </p:cNvSpPr>
          <p:nvPr>
            <p:ph type="body" sz="quarter" idx="14"/>
          </p:nvPr>
        </p:nvSpPr>
        <p:spPr/>
        <p:txBody>
          <a:bodyPr/>
          <a:lstStyle/>
          <a:p>
            <a:r>
              <a:rPr lang="en-GB" dirty="0"/>
              <a:t>The problem to be solved</a:t>
            </a:r>
          </a:p>
        </p:txBody>
      </p:sp>
      <p:sp>
        <p:nvSpPr>
          <p:cNvPr id="5" name="Footer Placeholder 4">
            <a:extLst>
              <a:ext uri="{FF2B5EF4-FFF2-40B4-BE49-F238E27FC236}">
                <a16:creationId xmlns:a16="http://schemas.microsoft.com/office/drawing/2014/main" id="{F0BDF13F-78E3-04ED-781D-21554C5C887C}"/>
              </a:ext>
            </a:extLst>
          </p:cNvPr>
          <p:cNvSpPr>
            <a:spLocks noGrp="1"/>
          </p:cNvSpPr>
          <p:nvPr>
            <p:ph type="ftr" sz="quarter" idx="16"/>
          </p:nvPr>
        </p:nvSpPr>
        <p:spPr/>
        <p:txBody>
          <a:bodyPr/>
          <a:lstStyle/>
          <a:p>
            <a:r>
              <a:rPr lang="en-US"/>
              <a:t>IBM CICS sample: XFCREQ </a:t>
            </a:r>
            <a:endParaRPr lang="en-US" dirty="0"/>
          </a:p>
        </p:txBody>
      </p:sp>
      <p:sp>
        <p:nvSpPr>
          <p:cNvPr id="4" name="Slide Number Placeholder 3">
            <a:extLst>
              <a:ext uri="{FF2B5EF4-FFF2-40B4-BE49-F238E27FC236}">
                <a16:creationId xmlns:a16="http://schemas.microsoft.com/office/drawing/2014/main" id="{8D361140-29E0-1E0F-E7C9-3148D9115E3C}"/>
              </a:ext>
            </a:extLst>
          </p:cNvPr>
          <p:cNvSpPr>
            <a:spLocks noGrp="1"/>
          </p:cNvSpPr>
          <p:nvPr>
            <p:ph type="sldNum" sz="quarter" idx="17"/>
          </p:nvPr>
        </p:nvSpPr>
        <p:spPr/>
        <p:txBody>
          <a:bodyPr/>
          <a:lstStyle/>
          <a:p>
            <a:fld id="{5F4730B7-9024-F145-844A-A9961A63A2B3}" type="slidenum">
              <a:rPr lang="en-US" smtClean="0"/>
              <a:pPr/>
              <a:t>7</a:t>
            </a:fld>
            <a:endParaRPr lang="en-US" dirty="0"/>
          </a:p>
        </p:txBody>
      </p:sp>
    </p:spTree>
    <p:extLst>
      <p:ext uri="{BB962C8B-B14F-4D97-AF65-F5344CB8AC3E}">
        <p14:creationId xmlns:p14="http://schemas.microsoft.com/office/powerpoint/2010/main" val="506951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389223-5EE5-0EB7-58F5-C36108DD6570}"/>
              </a:ext>
            </a:extLst>
          </p:cNvPr>
          <p:cNvSpPr>
            <a:spLocks noGrp="1"/>
          </p:cNvSpPr>
          <p:nvPr>
            <p:ph type="body" sz="quarter" idx="18"/>
          </p:nvPr>
        </p:nvSpPr>
        <p:spPr/>
        <p:txBody>
          <a:bodyPr/>
          <a:lstStyle/>
          <a:p>
            <a:pPr marL="0" indent="0">
              <a:buNone/>
            </a:pPr>
            <a:r>
              <a:rPr lang="en-GB" dirty="0"/>
              <a:t>Business applications almost always require access to data.  CICS provides access to many different data sources, of which one of the most frequently used are VSAM datasets. </a:t>
            </a:r>
          </a:p>
          <a:p>
            <a:pPr marL="0" indent="0">
              <a:buNone/>
            </a:pPr>
            <a:r>
              <a:rPr lang="en-GB" dirty="0"/>
              <a:t>Without going into detail as to why VSAM datasets are used or the enhancements to VSAM which go a long way to addressing the problem described, many applications still have a requirement to periodically suspend CICS access to VSAM datasets in order that housekeeping activities can occur.  </a:t>
            </a:r>
          </a:p>
          <a:p>
            <a:pPr marL="0" indent="0">
              <a:buNone/>
            </a:pPr>
            <a:r>
              <a:rPr lang="en-GB" dirty="0"/>
              <a:t>Housekeeping could be reorganisation of the files or the updating of data with information gathered outside of CICS.  </a:t>
            </a:r>
          </a:p>
          <a:p>
            <a:pPr marL="0" indent="0">
              <a:buNone/>
            </a:pPr>
            <a:r>
              <a:rPr lang="en-GB" dirty="0"/>
              <a:t>This suspension of service is known as an outage and in some cases can be a daily occurrence. Clearly, for highly available applications,  this has a negative impact and the ability to reduce or remove the outage is advantageous. </a:t>
            </a:r>
          </a:p>
          <a:p>
            <a:pPr marL="0" indent="0">
              <a:buNone/>
            </a:pPr>
            <a:endParaRPr lang="en-GB" dirty="0"/>
          </a:p>
        </p:txBody>
      </p:sp>
      <p:sp>
        <p:nvSpPr>
          <p:cNvPr id="3" name="Title 2">
            <a:extLst>
              <a:ext uri="{FF2B5EF4-FFF2-40B4-BE49-F238E27FC236}">
                <a16:creationId xmlns:a16="http://schemas.microsoft.com/office/drawing/2014/main" id="{A5013D64-1253-97F5-4A08-2F2D1F19BA8F}"/>
              </a:ext>
            </a:extLst>
          </p:cNvPr>
          <p:cNvSpPr>
            <a:spLocks noGrp="1"/>
          </p:cNvSpPr>
          <p:nvPr>
            <p:ph type="title"/>
          </p:nvPr>
        </p:nvSpPr>
        <p:spPr/>
        <p:txBody>
          <a:bodyPr/>
          <a:lstStyle/>
          <a:p>
            <a:r>
              <a:rPr lang="en-GB" dirty="0"/>
              <a:t>The problem</a:t>
            </a:r>
          </a:p>
        </p:txBody>
      </p:sp>
      <p:sp>
        <p:nvSpPr>
          <p:cNvPr id="4" name="Slide Number Placeholder 3">
            <a:extLst>
              <a:ext uri="{FF2B5EF4-FFF2-40B4-BE49-F238E27FC236}">
                <a16:creationId xmlns:a16="http://schemas.microsoft.com/office/drawing/2014/main" id="{E3054341-1C70-84CB-5D05-E7091A22571A}"/>
              </a:ext>
            </a:extLst>
          </p:cNvPr>
          <p:cNvSpPr>
            <a:spLocks noGrp="1"/>
          </p:cNvSpPr>
          <p:nvPr>
            <p:ph type="sldNum" sz="quarter" idx="4"/>
          </p:nvPr>
        </p:nvSpPr>
        <p:spPr/>
        <p:txBody>
          <a:bodyPr/>
          <a:lstStyle/>
          <a:p>
            <a:fld id="{5F4730B7-9024-F145-844A-A9961A63A2B3}" type="slidenum">
              <a:rPr lang="en-US" smtClean="0"/>
              <a:pPr/>
              <a:t>8</a:t>
            </a:fld>
            <a:endParaRPr lang="en-US" dirty="0"/>
          </a:p>
        </p:txBody>
      </p:sp>
      <p:sp>
        <p:nvSpPr>
          <p:cNvPr id="5" name="Footer Placeholder 4">
            <a:extLst>
              <a:ext uri="{FF2B5EF4-FFF2-40B4-BE49-F238E27FC236}">
                <a16:creationId xmlns:a16="http://schemas.microsoft.com/office/drawing/2014/main" id="{90731882-0ED0-8DB7-89E2-94B5B59D6476}"/>
              </a:ext>
            </a:extLst>
          </p:cNvPr>
          <p:cNvSpPr>
            <a:spLocks noGrp="1"/>
          </p:cNvSpPr>
          <p:nvPr>
            <p:ph type="ftr" sz="quarter" idx="3"/>
          </p:nvPr>
        </p:nvSpPr>
        <p:spPr/>
        <p:txBody>
          <a:bodyPr/>
          <a:lstStyle/>
          <a:p>
            <a:r>
              <a:rPr lang="en-US"/>
              <a:t>IBM CICS sample: XFCREQ </a:t>
            </a:r>
            <a:endParaRPr lang="en-US" dirty="0"/>
          </a:p>
        </p:txBody>
      </p:sp>
    </p:spTree>
    <p:extLst>
      <p:ext uri="{BB962C8B-B14F-4D97-AF65-F5344CB8AC3E}">
        <p14:creationId xmlns:p14="http://schemas.microsoft.com/office/powerpoint/2010/main" val="3605209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B92F9A-1BE8-488C-AD77-8E998D3697D0}"/>
              </a:ext>
            </a:extLst>
          </p:cNvPr>
          <p:cNvSpPr>
            <a:spLocks noGrp="1"/>
          </p:cNvSpPr>
          <p:nvPr>
            <p:ph type="body" sz="quarter" idx="18"/>
          </p:nvPr>
        </p:nvSpPr>
        <p:spPr/>
        <p:txBody>
          <a:bodyPr/>
          <a:lstStyle/>
          <a:p>
            <a:pPr>
              <a:buFont typeface="Wingdings" panose="05000000000000000000" pitchFamily="2" charset="2"/>
              <a:buChar char="Ø"/>
            </a:pPr>
            <a:r>
              <a:rPr lang="en-GB" dirty="0"/>
              <a:t>A finance application is accessed in CICS by invoking transaction ABCD.  </a:t>
            </a:r>
          </a:p>
          <a:p>
            <a:pPr>
              <a:buFont typeface="Wingdings" panose="05000000000000000000" pitchFamily="2" charset="2"/>
              <a:buChar char="Ø"/>
            </a:pPr>
            <a:r>
              <a:rPr lang="en-GB" dirty="0"/>
              <a:t>Transaction ABCD may access one or more of the following four FILEs named:</a:t>
            </a:r>
          </a:p>
          <a:p>
            <a:pPr lvl="1">
              <a:buFont typeface="Wingdings" panose="05000000000000000000" pitchFamily="2" charset="2"/>
              <a:buChar char="Ø"/>
            </a:pPr>
            <a:r>
              <a:rPr lang="en-GB" dirty="0"/>
              <a:t>  SMPFILE1, SMPFILE2, SMPFILE3 and SMPFILE4.</a:t>
            </a:r>
          </a:p>
          <a:p>
            <a:pPr>
              <a:buFont typeface="Wingdings" panose="05000000000000000000" pitchFamily="2" charset="2"/>
              <a:buChar char="Ø"/>
            </a:pPr>
            <a:r>
              <a:rPr lang="en-US" dirty="0"/>
              <a:t>The four FILE definitions map to four datasets as follows:</a:t>
            </a:r>
          </a:p>
          <a:p>
            <a:pPr lvl="1">
              <a:buFont typeface="Wingdings" panose="05000000000000000000" pitchFamily="2" charset="2"/>
              <a:buChar char="Ø"/>
            </a:pPr>
            <a:r>
              <a:rPr lang="en-US" dirty="0"/>
              <a:t>SMPFILE1 - FINANCE.DATASET1</a:t>
            </a:r>
          </a:p>
          <a:p>
            <a:pPr lvl="1">
              <a:buFont typeface="Wingdings" panose="05000000000000000000" pitchFamily="2" charset="2"/>
              <a:buChar char="Ø"/>
            </a:pPr>
            <a:r>
              <a:rPr lang="en-US" dirty="0"/>
              <a:t>SMPFILE2 - FINANCE.DATASET2</a:t>
            </a:r>
          </a:p>
          <a:p>
            <a:pPr lvl="1">
              <a:buFont typeface="Wingdings" panose="05000000000000000000" pitchFamily="2" charset="2"/>
              <a:buChar char="Ø"/>
            </a:pPr>
            <a:r>
              <a:rPr lang="en-US" dirty="0"/>
              <a:t>SMPFILE3 - FINANCE.DATASET3</a:t>
            </a:r>
          </a:p>
          <a:p>
            <a:pPr lvl="1">
              <a:buFont typeface="Wingdings" panose="05000000000000000000" pitchFamily="2" charset="2"/>
              <a:buChar char="Ø"/>
            </a:pPr>
            <a:r>
              <a:rPr lang="en-US" dirty="0"/>
              <a:t>SMPFILE4 - FINANCE.DATASET4</a:t>
            </a:r>
          </a:p>
          <a:p>
            <a:pPr>
              <a:buFont typeface="Wingdings" panose="05000000000000000000" pitchFamily="2" charset="2"/>
              <a:buChar char="Ø"/>
            </a:pPr>
            <a:endParaRPr lang="en-US" dirty="0"/>
          </a:p>
        </p:txBody>
      </p:sp>
      <p:sp>
        <p:nvSpPr>
          <p:cNvPr id="3" name="Title 2">
            <a:extLst>
              <a:ext uri="{FF2B5EF4-FFF2-40B4-BE49-F238E27FC236}">
                <a16:creationId xmlns:a16="http://schemas.microsoft.com/office/drawing/2014/main" id="{C1552D1E-5D8A-F763-D8A8-0DE7FC297B0B}"/>
              </a:ext>
            </a:extLst>
          </p:cNvPr>
          <p:cNvSpPr>
            <a:spLocks noGrp="1"/>
          </p:cNvSpPr>
          <p:nvPr>
            <p:ph type="title"/>
          </p:nvPr>
        </p:nvSpPr>
        <p:spPr/>
        <p:txBody>
          <a:bodyPr/>
          <a:lstStyle/>
          <a:p>
            <a:r>
              <a:rPr lang="en-GB" dirty="0"/>
              <a:t>The scenario</a:t>
            </a:r>
          </a:p>
        </p:txBody>
      </p:sp>
      <p:sp>
        <p:nvSpPr>
          <p:cNvPr id="4" name="Slide Number Placeholder 3">
            <a:extLst>
              <a:ext uri="{FF2B5EF4-FFF2-40B4-BE49-F238E27FC236}">
                <a16:creationId xmlns:a16="http://schemas.microsoft.com/office/drawing/2014/main" id="{559518CC-9C01-AFC2-9D2A-61C06C471C79}"/>
              </a:ext>
            </a:extLst>
          </p:cNvPr>
          <p:cNvSpPr>
            <a:spLocks noGrp="1"/>
          </p:cNvSpPr>
          <p:nvPr>
            <p:ph type="sldNum" sz="quarter" idx="4"/>
          </p:nvPr>
        </p:nvSpPr>
        <p:spPr/>
        <p:txBody>
          <a:bodyPr/>
          <a:lstStyle/>
          <a:p>
            <a:fld id="{5F4730B7-9024-F145-844A-A9961A63A2B3}" type="slidenum">
              <a:rPr lang="en-US" smtClean="0"/>
              <a:pPr/>
              <a:t>9</a:t>
            </a:fld>
            <a:endParaRPr lang="en-US" dirty="0"/>
          </a:p>
        </p:txBody>
      </p:sp>
      <p:sp>
        <p:nvSpPr>
          <p:cNvPr id="5" name="Footer Placeholder 4">
            <a:extLst>
              <a:ext uri="{FF2B5EF4-FFF2-40B4-BE49-F238E27FC236}">
                <a16:creationId xmlns:a16="http://schemas.microsoft.com/office/drawing/2014/main" id="{059219DF-3E2B-B8AC-FD0C-7E0C433E6270}"/>
              </a:ext>
            </a:extLst>
          </p:cNvPr>
          <p:cNvSpPr>
            <a:spLocks noGrp="1"/>
          </p:cNvSpPr>
          <p:nvPr>
            <p:ph type="ftr" sz="quarter" idx="3"/>
          </p:nvPr>
        </p:nvSpPr>
        <p:spPr/>
        <p:txBody>
          <a:bodyPr/>
          <a:lstStyle/>
          <a:p>
            <a:r>
              <a:rPr lang="en-US"/>
              <a:t>IBM CICS sample: XFCREQ </a:t>
            </a:r>
            <a:endParaRPr lang="en-US" dirty="0"/>
          </a:p>
        </p:txBody>
      </p:sp>
    </p:spTree>
    <p:extLst>
      <p:ext uri="{BB962C8B-B14F-4D97-AF65-F5344CB8AC3E}">
        <p14:creationId xmlns:p14="http://schemas.microsoft.com/office/powerpoint/2010/main" val="3670125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8BBB63-6F9A-509B-5FF2-8338F5A6EAF4}"/>
              </a:ext>
            </a:extLst>
          </p:cNvPr>
          <p:cNvSpPr>
            <a:spLocks noGrp="1"/>
          </p:cNvSpPr>
          <p:nvPr>
            <p:ph type="sldNum" sz="quarter" idx="4"/>
          </p:nvPr>
        </p:nvSpPr>
        <p:spPr/>
        <p:txBody>
          <a:bodyPr/>
          <a:lstStyle/>
          <a:p>
            <a:fld id="{5F4730B7-9024-F145-844A-A9961A63A2B3}" type="slidenum">
              <a:rPr lang="en-US" smtClean="0"/>
              <a:pPr/>
              <a:t>10</a:t>
            </a:fld>
            <a:endParaRPr lang="en-US" dirty="0"/>
          </a:p>
        </p:txBody>
      </p:sp>
      <p:sp>
        <p:nvSpPr>
          <p:cNvPr id="5" name="Footer Placeholder 4">
            <a:extLst>
              <a:ext uri="{FF2B5EF4-FFF2-40B4-BE49-F238E27FC236}">
                <a16:creationId xmlns:a16="http://schemas.microsoft.com/office/drawing/2014/main" id="{C882535F-B8C0-DBCB-C029-FFD41DC44698}"/>
              </a:ext>
            </a:extLst>
          </p:cNvPr>
          <p:cNvSpPr>
            <a:spLocks noGrp="1"/>
          </p:cNvSpPr>
          <p:nvPr>
            <p:ph type="ftr" sz="quarter" idx="3"/>
          </p:nvPr>
        </p:nvSpPr>
        <p:spPr/>
        <p:txBody>
          <a:bodyPr/>
          <a:lstStyle/>
          <a:p>
            <a:r>
              <a:rPr lang="en-US"/>
              <a:t>IBM CICS sample: XFCREQ </a:t>
            </a:r>
            <a:endParaRPr lang="en-US" dirty="0"/>
          </a:p>
        </p:txBody>
      </p:sp>
      <p:sp>
        <p:nvSpPr>
          <p:cNvPr id="7" name="Rectangle 6">
            <a:extLst>
              <a:ext uri="{FF2B5EF4-FFF2-40B4-BE49-F238E27FC236}">
                <a16:creationId xmlns:a16="http://schemas.microsoft.com/office/drawing/2014/main" id="{C792BF50-3B43-5052-2472-3ECBCC0990F1}"/>
              </a:ext>
            </a:extLst>
          </p:cNvPr>
          <p:cNvSpPr/>
          <p:nvPr/>
        </p:nvSpPr>
        <p:spPr>
          <a:xfrm>
            <a:off x="734312" y="932329"/>
            <a:ext cx="22913788" cy="115050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89C0C05A-B6D8-2B37-13EF-3FA61F1D14DF}"/>
              </a:ext>
            </a:extLst>
          </p:cNvPr>
          <p:cNvSpPr txBox="1"/>
          <p:nvPr/>
        </p:nvSpPr>
        <p:spPr>
          <a:xfrm>
            <a:off x="1272988" y="1685365"/>
            <a:ext cx="9448800" cy="11264622"/>
          </a:xfrm>
          <a:prstGeom prst="rect">
            <a:avLst/>
          </a:prstGeom>
          <a:noFill/>
        </p:spPr>
        <p:txBody>
          <a:bodyPr wrap="square" rtlCol="0">
            <a:spAutoFit/>
          </a:bodyPr>
          <a:lstStyle/>
          <a:p>
            <a:pPr>
              <a:lnSpc>
                <a:spcPct val="150000"/>
              </a:lnSpc>
            </a:pPr>
            <a:r>
              <a:rPr lang="en-GB" sz="3600" b="0" i="0" dirty="0">
                <a:latin typeface="Helvetica Neue for IBM Roman" charset="0"/>
                <a:ea typeface="Helvetica Neue for IBM Roman" charset="0"/>
                <a:cs typeface="Helvetica Neue for IBM Roman" charset="0"/>
              </a:rPr>
              <a:t>ABCD task starts</a:t>
            </a: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Executes initial business logic</a:t>
            </a:r>
          </a:p>
          <a:p>
            <a:pPr marL="342900" indent="-342900">
              <a:lnSpc>
                <a:spcPct val="150000"/>
              </a:lnSpc>
              <a:buFont typeface="Wingdings" panose="05000000000000000000" pitchFamily="2" charset="2"/>
              <a:buChar char="Ø"/>
            </a:pPr>
            <a:r>
              <a:rPr lang="en-GB" sz="3600" b="0" i="0" dirty="0">
                <a:latin typeface="Helvetica Neue for IBM Roman" charset="0"/>
                <a:ea typeface="Helvetica Neue for IBM Roman" charset="0"/>
                <a:cs typeface="Helvetica Neue for IBM Roman" charset="0"/>
              </a:rPr>
              <a:t>EXEC CICS READ FILE(SMPFILE1)</a:t>
            </a: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Analyse data received</a:t>
            </a:r>
          </a:p>
          <a:p>
            <a:pPr marL="342900" indent="-342900">
              <a:lnSpc>
                <a:spcPct val="150000"/>
              </a:lnSpc>
              <a:buFont typeface="Wingdings" panose="05000000000000000000" pitchFamily="2" charset="2"/>
              <a:buChar char="Ø"/>
            </a:pPr>
            <a:r>
              <a:rPr lang="en-GB" sz="3600" b="0" i="0" dirty="0">
                <a:latin typeface="Helvetica Neue for IBM Roman" charset="0"/>
                <a:ea typeface="Helvetica Neue for IBM Roman" charset="0"/>
                <a:cs typeface="Helvetica Neue for IBM Roman" charset="0"/>
              </a:rPr>
              <a:t>EXEC CICS READ FILE(SMPFILE2)</a:t>
            </a: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 CICS READ FILE(SMFFILE4)</a:t>
            </a: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Execute business logic</a:t>
            </a:r>
          </a:p>
          <a:p>
            <a:pPr marL="342900" indent="-342900">
              <a:lnSpc>
                <a:spcPct val="150000"/>
              </a:lnSpc>
              <a:buFont typeface="Wingdings" panose="05000000000000000000" pitchFamily="2" charset="2"/>
              <a:buChar char="Ø"/>
            </a:pPr>
            <a:r>
              <a:rPr lang="en-GB" sz="3600" b="0" i="0" dirty="0">
                <a:latin typeface="Helvetica Neue for IBM Roman" charset="0"/>
                <a:ea typeface="Helvetica Neue for IBM Roman" charset="0"/>
                <a:cs typeface="Helvetica Neue for IBM Roman" charset="0"/>
              </a:rPr>
              <a:t>EXEC CICS READ UPDATE FILE(SMPFILE3)</a:t>
            </a: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Execute business logic</a:t>
            </a:r>
            <a:endParaRPr lang="en-GB" sz="3600" b="0" i="0" dirty="0">
              <a:latin typeface="Helvetica Neue for IBM Roman" charset="0"/>
              <a:ea typeface="Helvetica Neue for IBM Roman" charset="0"/>
              <a:cs typeface="Helvetica Neue for IBM Roman" charset="0"/>
            </a:endParaRP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 CICS REWRITE FILE(SMPFILE3)</a:t>
            </a:r>
          </a:p>
          <a:p>
            <a:pPr marL="342900" indent="-342900">
              <a:lnSpc>
                <a:spcPct val="150000"/>
              </a:lnSpc>
              <a:buFont typeface="Wingdings" panose="05000000000000000000" pitchFamily="2" charset="2"/>
              <a:buChar char="Ø"/>
            </a:pPr>
            <a:r>
              <a:rPr lang="en-GB" sz="3600" b="0" i="0" dirty="0">
                <a:latin typeface="Helvetica Neue for IBM Roman" charset="0"/>
                <a:ea typeface="Helvetica Neue for IBM Roman" charset="0"/>
                <a:cs typeface="Helvetica Neue for IBM Roman" charset="0"/>
              </a:rPr>
              <a:t>EXEC CICS </a:t>
            </a:r>
            <a:r>
              <a:rPr lang="en-GB" sz="3600" dirty="0">
                <a:latin typeface="Helvetica Neue for IBM Roman" charset="0"/>
                <a:ea typeface="Helvetica Neue for IBM Roman" charset="0"/>
                <a:cs typeface="Helvetica Neue for IBM Roman" charset="0"/>
              </a:rPr>
              <a:t>WRITE FILE(SMPFILE4)</a:t>
            </a:r>
          </a:p>
          <a:p>
            <a:pPr>
              <a:lnSpc>
                <a:spcPct val="150000"/>
              </a:lnSpc>
            </a:pPr>
            <a:r>
              <a:rPr lang="en-GB" sz="3600" b="0" i="0" dirty="0">
                <a:latin typeface="Helvetica Neue for IBM Roman" charset="0"/>
                <a:ea typeface="Helvetica Neue for IBM Roman" charset="0"/>
                <a:cs typeface="Helvetica Neue for IBM Roman" charset="0"/>
              </a:rPr>
              <a:t>A</a:t>
            </a:r>
            <a:r>
              <a:rPr lang="en-GB" sz="3600" dirty="0">
                <a:latin typeface="Helvetica Neue for IBM Roman" charset="0"/>
                <a:ea typeface="Helvetica Neue for IBM Roman" charset="0"/>
                <a:cs typeface="Helvetica Neue for IBM Roman" charset="0"/>
              </a:rPr>
              <a:t>BCD task ends</a:t>
            </a:r>
            <a:endParaRPr lang="en-GB" sz="3600" b="0" i="0" dirty="0">
              <a:latin typeface="Helvetica Neue for IBM Roman" charset="0"/>
              <a:ea typeface="Helvetica Neue for IBM Roman" charset="0"/>
              <a:cs typeface="Helvetica Neue for IBM Roman" charset="0"/>
            </a:endParaRPr>
          </a:p>
          <a:p>
            <a:pPr marL="342900" indent="-342900">
              <a:buFont typeface="Wingdings" panose="05000000000000000000" pitchFamily="2" charset="2"/>
              <a:buChar char="Ø"/>
            </a:pPr>
            <a:endParaRPr lang="en-GB" sz="2400" b="0" i="0" dirty="0">
              <a:latin typeface="Helvetica Neue for IBM Roman" charset="0"/>
              <a:ea typeface="Helvetica Neue for IBM Roman" charset="0"/>
              <a:cs typeface="Helvetica Neue for IBM Roman" charset="0"/>
            </a:endParaRPr>
          </a:p>
        </p:txBody>
      </p:sp>
    </p:spTree>
    <p:extLst>
      <p:ext uri="{BB962C8B-B14F-4D97-AF65-F5344CB8AC3E}">
        <p14:creationId xmlns:p14="http://schemas.microsoft.com/office/powerpoint/2010/main" val="4125600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DDE29-9253-999B-459C-7B218F835A5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B967C9-18B9-90B4-68E4-9CDDFB962A06}"/>
              </a:ext>
            </a:extLst>
          </p:cNvPr>
          <p:cNvSpPr>
            <a:spLocks noGrp="1"/>
          </p:cNvSpPr>
          <p:nvPr>
            <p:ph type="sldNum" sz="quarter" idx="4"/>
          </p:nvPr>
        </p:nvSpPr>
        <p:spPr/>
        <p:txBody>
          <a:bodyPr/>
          <a:lstStyle/>
          <a:p>
            <a:fld id="{5F4730B7-9024-F145-844A-A9961A63A2B3}" type="slidenum">
              <a:rPr lang="en-US" smtClean="0"/>
              <a:pPr/>
              <a:t>11</a:t>
            </a:fld>
            <a:endParaRPr lang="en-US" dirty="0"/>
          </a:p>
        </p:txBody>
      </p:sp>
      <p:sp>
        <p:nvSpPr>
          <p:cNvPr id="5" name="Footer Placeholder 4">
            <a:extLst>
              <a:ext uri="{FF2B5EF4-FFF2-40B4-BE49-F238E27FC236}">
                <a16:creationId xmlns:a16="http://schemas.microsoft.com/office/drawing/2014/main" id="{A98C34C2-D552-72E9-014D-844659FDD23D}"/>
              </a:ext>
            </a:extLst>
          </p:cNvPr>
          <p:cNvSpPr>
            <a:spLocks noGrp="1"/>
          </p:cNvSpPr>
          <p:nvPr>
            <p:ph type="ftr" sz="quarter" idx="3"/>
          </p:nvPr>
        </p:nvSpPr>
        <p:spPr/>
        <p:txBody>
          <a:bodyPr/>
          <a:lstStyle/>
          <a:p>
            <a:r>
              <a:rPr lang="en-US"/>
              <a:t>IBM CICS sample: XFCREQ </a:t>
            </a:r>
            <a:endParaRPr lang="en-US" dirty="0"/>
          </a:p>
        </p:txBody>
      </p:sp>
      <p:sp>
        <p:nvSpPr>
          <p:cNvPr id="7" name="Rectangle 6">
            <a:extLst>
              <a:ext uri="{FF2B5EF4-FFF2-40B4-BE49-F238E27FC236}">
                <a16:creationId xmlns:a16="http://schemas.microsoft.com/office/drawing/2014/main" id="{498D9AD2-6D42-7F79-0C24-C7C7C5D2158D}"/>
              </a:ext>
            </a:extLst>
          </p:cNvPr>
          <p:cNvSpPr/>
          <p:nvPr/>
        </p:nvSpPr>
        <p:spPr>
          <a:xfrm>
            <a:off x="734312" y="932329"/>
            <a:ext cx="22913788" cy="115050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4037BD3A-9E0F-8663-BC51-9FBF356E6B8F}"/>
              </a:ext>
            </a:extLst>
          </p:cNvPr>
          <p:cNvSpPr txBox="1"/>
          <p:nvPr/>
        </p:nvSpPr>
        <p:spPr>
          <a:xfrm>
            <a:off x="1272987" y="1685365"/>
            <a:ext cx="22160753" cy="10433625"/>
          </a:xfrm>
          <a:prstGeom prst="rect">
            <a:avLst/>
          </a:prstGeom>
          <a:noFill/>
        </p:spPr>
        <p:txBody>
          <a:bodyPr wrap="square" rtlCol="0">
            <a:spAutoFit/>
          </a:bodyPr>
          <a:lstStyle/>
          <a:p>
            <a:pPr>
              <a:lnSpc>
                <a:spcPct val="150000"/>
              </a:lnSpc>
            </a:pPr>
            <a:r>
              <a:rPr lang="en-GB" sz="3600" b="0" i="0" dirty="0">
                <a:latin typeface="Helvetica Neue for IBM Roman" charset="0"/>
                <a:ea typeface="Helvetica Neue for IBM Roman" charset="0"/>
                <a:cs typeface="Helvetica Neue for IBM Roman" charset="0"/>
              </a:rPr>
              <a:t>ABCD task starts</a:t>
            </a: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Executes initial business logic</a:t>
            </a:r>
          </a:p>
          <a:p>
            <a:pPr marL="342900" indent="-342900">
              <a:lnSpc>
                <a:spcPct val="150000"/>
              </a:lnSpc>
              <a:buFont typeface="Wingdings" panose="05000000000000000000" pitchFamily="2" charset="2"/>
              <a:buChar char="Ø"/>
            </a:pPr>
            <a:r>
              <a:rPr lang="en-GB" sz="3600" b="0" i="0" dirty="0">
                <a:latin typeface="Helvetica Neue for IBM Roman" charset="0"/>
                <a:ea typeface="Helvetica Neue for IBM Roman" charset="0"/>
                <a:cs typeface="Helvetica Neue for IBM Roman" charset="0"/>
              </a:rPr>
              <a:t>EXEC CICS READ FILE(SMPFILE1)		</a:t>
            </a:r>
            <a:r>
              <a:rPr lang="en-GB" sz="3600" dirty="0">
                <a:latin typeface="Helvetica Neue for IBM Roman" charset="0"/>
                <a:ea typeface="Helvetica Neue for IBM Roman" charset="0"/>
                <a:cs typeface="Helvetica Neue for IBM Roman" charset="0"/>
              </a:rPr>
              <a:t>-</a:t>
            </a:r>
            <a:r>
              <a:rPr lang="en-GB" sz="3600" b="0" i="0" dirty="0">
                <a:latin typeface="Helvetica Neue for IBM Roman" charset="0"/>
                <a:ea typeface="Helvetica Neue for IBM Roman" charset="0"/>
                <a:cs typeface="Helvetica Neue for IBM Roman" charset="0"/>
              </a:rPr>
              <a:t> CICS reads from FINANCE.DATASET1</a:t>
            </a: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Analyse data received</a:t>
            </a:r>
          </a:p>
          <a:p>
            <a:pPr marL="342900" indent="-342900">
              <a:lnSpc>
                <a:spcPct val="150000"/>
              </a:lnSpc>
              <a:buFont typeface="Wingdings" panose="05000000000000000000" pitchFamily="2" charset="2"/>
              <a:buChar char="Ø"/>
            </a:pPr>
            <a:r>
              <a:rPr lang="en-GB" sz="3600" b="0" i="0" dirty="0">
                <a:latin typeface="Helvetica Neue for IBM Roman" charset="0"/>
                <a:ea typeface="Helvetica Neue for IBM Roman" charset="0"/>
                <a:cs typeface="Helvetica Neue for IBM Roman" charset="0"/>
              </a:rPr>
              <a:t>EXEC CICS READ FILE(SMPFILE2)		</a:t>
            </a:r>
            <a:r>
              <a:rPr lang="en-GB" sz="3600" dirty="0">
                <a:latin typeface="Helvetica Neue for IBM Roman" charset="0"/>
                <a:ea typeface="Helvetica Neue for IBM Roman" charset="0"/>
                <a:cs typeface="Helvetica Neue for IBM Roman" charset="0"/>
              </a:rPr>
              <a:t> - CICS reads from FINANCE.DATASET2</a:t>
            </a:r>
            <a:endParaRPr lang="en-GB" sz="3600" b="0" i="0" dirty="0">
              <a:latin typeface="Helvetica Neue for IBM Roman" charset="0"/>
              <a:ea typeface="Helvetica Neue for IBM Roman" charset="0"/>
              <a:cs typeface="Helvetica Neue for IBM Roman" charset="0"/>
            </a:endParaRP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 CICS READ FILE(SMFFILE4)		 - CICS reads from FINANCE.DATASET4</a:t>
            </a: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Execute business logic</a:t>
            </a:r>
          </a:p>
          <a:p>
            <a:pPr marL="342900" indent="-342900">
              <a:lnSpc>
                <a:spcPct val="150000"/>
              </a:lnSpc>
              <a:buFont typeface="Wingdings" panose="05000000000000000000" pitchFamily="2" charset="2"/>
              <a:buChar char="Ø"/>
            </a:pPr>
            <a:r>
              <a:rPr lang="en-GB" sz="3600" b="0" i="0" dirty="0">
                <a:latin typeface="Helvetica Neue for IBM Roman" charset="0"/>
                <a:ea typeface="Helvetica Neue for IBM Roman" charset="0"/>
                <a:cs typeface="Helvetica Neue for IBM Roman" charset="0"/>
              </a:rPr>
              <a:t>EXEC CICS READ UPDATE FILE(SMPFILE3)	</a:t>
            </a:r>
            <a:r>
              <a:rPr lang="en-GB" sz="3600" dirty="0">
                <a:latin typeface="Helvetica Neue for IBM Roman" charset="0"/>
                <a:ea typeface="Helvetica Neue for IBM Roman" charset="0"/>
                <a:cs typeface="Helvetica Neue for IBM Roman" charset="0"/>
              </a:rPr>
              <a:t> - CICS reads(update) from FINANCE.DATASET3</a:t>
            </a:r>
            <a:endParaRPr lang="en-GB" sz="3600" b="0" i="0" dirty="0">
              <a:latin typeface="Helvetica Neue for IBM Roman" charset="0"/>
              <a:ea typeface="Helvetica Neue for IBM Roman" charset="0"/>
              <a:cs typeface="Helvetica Neue for IBM Roman" charset="0"/>
            </a:endParaRP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Execute business logic</a:t>
            </a:r>
            <a:endParaRPr lang="en-GB" sz="3600" b="0" i="0" dirty="0">
              <a:latin typeface="Helvetica Neue for IBM Roman" charset="0"/>
              <a:ea typeface="Helvetica Neue for IBM Roman" charset="0"/>
              <a:cs typeface="Helvetica Neue for IBM Roman" charset="0"/>
            </a:endParaRP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 CICS REWRITE FILE(SMPFILE3)		 - CICS writes to FINANCE.DATASET3</a:t>
            </a:r>
          </a:p>
          <a:p>
            <a:pPr marL="342900" indent="-342900">
              <a:lnSpc>
                <a:spcPct val="150000"/>
              </a:lnSpc>
              <a:buFont typeface="Wingdings" panose="05000000000000000000" pitchFamily="2" charset="2"/>
              <a:buChar char="Ø"/>
            </a:pPr>
            <a:r>
              <a:rPr lang="en-GB" sz="3600" b="0" i="0" dirty="0">
                <a:latin typeface="Helvetica Neue for IBM Roman" charset="0"/>
                <a:ea typeface="Helvetica Neue for IBM Roman" charset="0"/>
                <a:cs typeface="Helvetica Neue for IBM Roman" charset="0"/>
              </a:rPr>
              <a:t>EXEC CICS </a:t>
            </a:r>
            <a:r>
              <a:rPr lang="en-GB" sz="3600" dirty="0">
                <a:latin typeface="Helvetica Neue for IBM Roman" charset="0"/>
                <a:ea typeface="Helvetica Neue for IBM Roman" charset="0"/>
                <a:cs typeface="Helvetica Neue for IBM Roman" charset="0"/>
              </a:rPr>
              <a:t>WRITE FILE(SMPFILE4)		 - CICS writes to FINANCE.DATASET4</a:t>
            </a:r>
          </a:p>
          <a:p>
            <a:pPr>
              <a:lnSpc>
                <a:spcPct val="150000"/>
              </a:lnSpc>
            </a:pPr>
            <a:r>
              <a:rPr lang="en-GB" sz="3600" b="0" i="0" dirty="0">
                <a:latin typeface="Helvetica Neue for IBM Roman" charset="0"/>
                <a:ea typeface="Helvetica Neue for IBM Roman" charset="0"/>
                <a:cs typeface="Helvetica Neue for IBM Roman" charset="0"/>
              </a:rPr>
              <a:t>A</a:t>
            </a:r>
            <a:r>
              <a:rPr lang="en-GB" sz="3600" dirty="0">
                <a:latin typeface="Helvetica Neue for IBM Roman" charset="0"/>
                <a:ea typeface="Helvetica Neue for IBM Roman" charset="0"/>
                <a:cs typeface="Helvetica Neue for IBM Roman" charset="0"/>
              </a:rPr>
              <a:t>BCD task ends</a:t>
            </a:r>
            <a:endParaRPr lang="en-GB" sz="3600" b="0" i="0" dirty="0">
              <a:latin typeface="Helvetica Neue for IBM Roman" charset="0"/>
              <a:ea typeface="Helvetica Neue for IBM Roman" charset="0"/>
              <a:cs typeface="Helvetica Neue for IBM Roman" charset="0"/>
            </a:endParaRPr>
          </a:p>
          <a:p>
            <a:pPr marL="342900" indent="-342900">
              <a:buFont typeface="Wingdings" panose="05000000000000000000" pitchFamily="2" charset="2"/>
              <a:buChar char="Ø"/>
            </a:pPr>
            <a:endParaRPr lang="en-GB" sz="2400" b="0" i="0" dirty="0">
              <a:latin typeface="Helvetica Neue for IBM Roman" charset="0"/>
              <a:ea typeface="Helvetica Neue for IBM Roman" charset="0"/>
              <a:cs typeface="Helvetica Neue for IBM Roman" charset="0"/>
            </a:endParaRPr>
          </a:p>
        </p:txBody>
      </p:sp>
    </p:spTree>
    <p:extLst>
      <p:ext uri="{BB962C8B-B14F-4D97-AF65-F5344CB8AC3E}">
        <p14:creationId xmlns:p14="http://schemas.microsoft.com/office/powerpoint/2010/main" val="2591431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22203-51B5-308F-F03E-90073FF0A2E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86CFD4E-97C9-10A4-9EBE-60A2A06F191E}"/>
              </a:ext>
            </a:extLst>
          </p:cNvPr>
          <p:cNvSpPr>
            <a:spLocks noGrp="1"/>
          </p:cNvSpPr>
          <p:nvPr>
            <p:ph type="body" sz="quarter" idx="18"/>
          </p:nvPr>
        </p:nvSpPr>
        <p:spPr/>
        <p:txBody>
          <a:bodyPr/>
          <a:lstStyle/>
          <a:p>
            <a:pPr marL="0" indent="0">
              <a:buNone/>
            </a:pPr>
            <a:r>
              <a:rPr lang="en-US" dirty="0"/>
              <a:t>Currently, on a daily basis, access to transaction ABCD is disabled in order that files SMPFILE1, SMPFILE2 and SMPFILE3 can be closed in CICS, allowing a new version of the underlying datasets to be created.  </a:t>
            </a:r>
          </a:p>
          <a:p>
            <a:pPr marL="0" indent="0">
              <a:buNone/>
            </a:pPr>
            <a:r>
              <a:rPr lang="en-US" b="1" dirty="0"/>
              <a:t>Note</a:t>
            </a:r>
            <a:r>
              <a:rPr lang="en-US" dirty="0"/>
              <a:t>: SMPFILE4 contains static data which does require updating on a daily basis. </a:t>
            </a:r>
          </a:p>
          <a:p>
            <a:pPr marL="0" indent="0">
              <a:buNone/>
            </a:pPr>
            <a:r>
              <a:rPr lang="en-US" dirty="0"/>
              <a:t>FINANCE.DATASET1-3 are deleted and recreated using updates from batch processing which have been running in parallel.   The exact processes involved in creating the new instances will vary from customer to customer and are not covered here.  Once the process is complete, and the new datasets are ready and available, the FILENAMEs can be opened in CICS and access to transaction ABCD can resume. </a:t>
            </a:r>
          </a:p>
          <a:p>
            <a:pPr marL="0" indent="0">
              <a:buNone/>
            </a:pPr>
            <a:r>
              <a:rPr lang="en-US" dirty="0"/>
              <a:t>Changing the FILENAME used by the application is possible but isn't generally a feasible solution.  This is because most companies resist changes to application code when alternatives are available. </a:t>
            </a:r>
          </a:p>
          <a:p>
            <a:pPr marL="0" indent="0">
              <a:buNone/>
            </a:pPr>
            <a:endParaRPr lang="en-US" dirty="0"/>
          </a:p>
        </p:txBody>
      </p:sp>
      <p:sp>
        <p:nvSpPr>
          <p:cNvPr id="3" name="Title 2">
            <a:extLst>
              <a:ext uri="{FF2B5EF4-FFF2-40B4-BE49-F238E27FC236}">
                <a16:creationId xmlns:a16="http://schemas.microsoft.com/office/drawing/2014/main" id="{A8747CB7-7EB0-7328-14B3-3EFCD4F66BC0}"/>
              </a:ext>
            </a:extLst>
          </p:cNvPr>
          <p:cNvSpPr>
            <a:spLocks noGrp="1"/>
          </p:cNvSpPr>
          <p:nvPr>
            <p:ph type="title"/>
          </p:nvPr>
        </p:nvSpPr>
        <p:spPr/>
        <p:txBody>
          <a:bodyPr/>
          <a:lstStyle/>
          <a:p>
            <a:r>
              <a:rPr lang="en-GB" dirty="0"/>
              <a:t>The scenario</a:t>
            </a:r>
          </a:p>
        </p:txBody>
      </p:sp>
      <p:sp>
        <p:nvSpPr>
          <p:cNvPr id="4" name="Slide Number Placeholder 3">
            <a:extLst>
              <a:ext uri="{FF2B5EF4-FFF2-40B4-BE49-F238E27FC236}">
                <a16:creationId xmlns:a16="http://schemas.microsoft.com/office/drawing/2014/main" id="{BC14BBB6-2EF9-5420-A618-D1DC8DD1831F}"/>
              </a:ext>
            </a:extLst>
          </p:cNvPr>
          <p:cNvSpPr>
            <a:spLocks noGrp="1"/>
          </p:cNvSpPr>
          <p:nvPr>
            <p:ph type="sldNum" sz="quarter" idx="4"/>
          </p:nvPr>
        </p:nvSpPr>
        <p:spPr/>
        <p:txBody>
          <a:bodyPr/>
          <a:lstStyle/>
          <a:p>
            <a:fld id="{5F4730B7-9024-F145-844A-A9961A63A2B3}" type="slidenum">
              <a:rPr lang="en-US" smtClean="0"/>
              <a:pPr/>
              <a:t>12</a:t>
            </a:fld>
            <a:endParaRPr lang="en-US" dirty="0"/>
          </a:p>
        </p:txBody>
      </p:sp>
      <p:sp>
        <p:nvSpPr>
          <p:cNvPr id="5" name="Footer Placeholder 4">
            <a:extLst>
              <a:ext uri="{FF2B5EF4-FFF2-40B4-BE49-F238E27FC236}">
                <a16:creationId xmlns:a16="http://schemas.microsoft.com/office/drawing/2014/main" id="{0B5BF988-4047-0D8F-8CC5-D620B1960DF6}"/>
              </a:ext>
            </a:extLst>
          </p:cNvPr>
          <p:cNvSpPr>
            <a:spLocks noGrp="1"/>
          </p:cNvSpPr>
          <p:nvPr>
            <p:ph type="ftr" sz="quarter" idx="3"/>
          </p:nvPr>
        </p:nvSpPr>
        <p:spPr/>
        <p:txBody>
          <a:bodyPr/>
          <a:lstStyle/>
          <a:p>
            <a:r>
              <a:rPr lang="en-US"/>
              <a:t>IBM CICS sample: XFCREQ </a:t>
            </a:r>
            <a:endParaRPr lang="en-US" dirty="0"/>
          </a:p>
        </p:txBody>
      </p:sp>
    </p:spTree>
    <p:extLst>
      <p:ext uri="{BB962C8B-B14F-4D97-AF65-F5344CB8AC3E}">
        <p14:creationId xmlns:p14="http://schemas.microsoft.com/office/powerpoint/2010/main" val="687471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E70D87E5-F02A-AA73-930D-116C977884B6}"/>
              </a:ext>
            </a:extLst>
          </p:cNvPr>
          <p:cNvSpPr>
            <a:spLocks noGrp="1"/>
          </p:cNvSpPr>
          <p:nvPr>
            <p:ph type="body" sz="quarter" idx="11"/>
          </p:nvPr>
        </p:nvSpPr>
        <p:spPr>
          <a:xfrm>
            <a:off x="1371600" y="1823793"/>
            <a:ext cx="21107400" cy="662810"/>
          </a:xfrm>
        </p:spPr>
        <p:txBody>
          <a:bodyPr/>
          <a:lstStyle/>
          <a:p>
            <a:r>
              <a:rPr lang="en-GB" dirty="0"/>
              <a:t>A possible sequence of events that occur during outage</a:t>
            </a:r>
          </a:p>
        </p:txBody>
      </p:sp>
      <p:sp>
        <p:nvSpPr>
          <p:cNvPr id="6" name="Title 5">
            <a:extLst>
              <a:ext uri="{FF2B5EF4-FFF2-40B4-BE49-F238E27FC236}">
                <a16:creationId xmlns:a16="http://schemas.microsoft.com/office/drawing/2014/main" id="{1F5FF7FF-2245-136B-8A52-9009B37EC3F4}"/>
              </a:ext>
            </a:extLst>
          </p:cNvPr>
          <p:cNvSpPr>
            <a:spLocks noGrp="1"/>
          </p:cNvSpPr>
          <p:nvPr>
            <p:ph type="title"/>
          </p:nvPr>
        </p:nvSpPr>
        <p:spPr/>
        <p:txBody>
          <a:bodyPr/>
          <a:lstStyle/>
          <a:p>
            <a:r>
              <a:rPr lang="en-GB" dirty="0"/>
              <a:t>Sequence of events </a:t>
            </a:r>
          </a:p>
        </p:txBody>
      </p:sp>
      <p:sp>
        <p:nvSpPr>
          <p:cNvPr id="4" name="Slide Number Placeholder 3">
            <a:extLst>
              <a:ext uri="{FF2B5EF4-FFF2-40B4-BE49-F238E27FC236}">
                <a16:creationId xmlns:a16="http://schemas.microsoft.com/office/drawing/2014/main" id="{9962C759-23DD-B9D7-7DEA-3C1573398D59}"/>
              </a:ext>
            </a:extLst>
          </p:cNvPr>
          <p:cNvSpPr>
            <a:spLocks noGrp="1"/>
          </p:cNvSpPr>
          <p:nvPr>
            <p:ph type="sldNum" sz="quarter" idx="4"/>
          </p:nvPr>
        </p:nvSpPr>
        <p:spPr/>
        <p:txBody>
          <a:bodyPr/>
          <a:lstStyle/>
          <a:p>
            <a:fld id="{5F4730B7-9024-F145-844A-A9961A63A2B3}" type="slidenum">
              <a:rPr lang="en-US" smtClean="0"/>
              <a:pPr/>
              <a:t>13</a:t>
            </a:fld>
            <a:endParaRPr lang="en-US" dirty="0"/>
          </a:p>
        </p:txBody>
      </p:sp>
      <p:sp>
        <p:nvSpPr>
          <p:cNvPr id="5" name="Footer Placeholder 4">
            <a:extLst>
              <a:ext uri="{FF2B5EF4-FFF2-40B4-BE49-F238E27FC236}">
                <a16:creationId xmlns:a16="http://schemas.microsoft.com/office/drawing/2014/main" id="{48554B11-7D6C-3013-9A5A-317BD2414DC5}"/>
              </a:ext>
            </a:extLst>
          </p:cNvPr>
          <p:cNvSpPr>
            <a:spLocks noGrp="1"/>
          </p:cNvSpPr>
          <p:nvPr>
            <p:ph type="ftr" sz="quarter" idx="3"/>
          </p:nvPr>
        </p:nvSpPr>
        <p:spPr/>
        <p:txBody>
          <a:bodyPr/>
          <a:lstStyle/>
          <a:p>
            <a:r>
              <a:rPr lang="en-US"/>
              <a:t>IBM CICS sample: XFCREQ </a:t>
            </a:r>
            <a:endParaRPr lang="en-US" dirty="0"/>
          </a:p>
        </p:txBody>
      </p:sp>
      <p:sp>
        <p:nvSpPr>
          <p:cNvPr id="7" name="Text Placeholder 6">
            <a:extLst>
              <a:ext uri="{FF2B5EF4-FFF2-40B4-BE49-F238E27FC236}">
                <a16:creationId xmlns:a16="http://schemas.microsoft.com/office/drawing/2014/main" id="{BEAFB77D-005B-C2AE-89EC-8DA684020843}"/>
              </a:ext>
            </a:extLst>
          </p:cNvPr>
          <p:cNvSpPr>
            <a:spLocks noGrp="1"/>
          </p:cNvSpPr>
          <p:nvPr>
            <p:ph type="body" sz="quarter" idx="10"/>
          </p:nvPr>
        </p:nvSpPr>
        <p:spPr/>
        <p:txBody>
          <a:bodyPr/>
          <a:lstStyle/>
          <a:p>
            <a:pPr marL="514350" indent="-514350">
              <a:buFont typeface="+mj-lt"/>
              <a:buAutoNum type="arabicPeriod"/>
            </a:pPr>
            <a:r>
              <a:rPr lang="en-GB" dirty="0"/>
              <a:t>IN CICS: 	Application disabled	</a:t>
            </a:r>
          </a:p>
          <a:p>
            <a:pPr marL="982350" lvl="1" indent="-514350">
              <a:buFont typeface="Wingdings" panose="05000000000000000000" pitchFamily="2" charset="2"/>
              <a:buChar char="§"/>
            </a:pPr>
            <a:r>
              <a:rPr lang="en-GB" dirty="0"/>
              <a:t>Business application no longer available to users	</a:t>
            </a:r>
          </a:p>
          <a:p>
            <a:pPr marL="514350" indent="-514350">
              <a:buFont typeface="+mj-lt"/>
              <a:buAutoNum type="arabicPeriod"/>
            </a:pPr>
            <a:r>
              <a:rPr lang="en-GB" dirty="0"/>
              <a:t>IN CICS: 	FILENAMEs SMPFILE1-3 CLOSED and DISABLED</a:t>
            </a:r>
          </a:p>
          <a:p>
            <a:pPr marL="514350" indent="-514350">
              <a:buFont typeface="+mj-lt"/>
              <a:buAutoNum type="arabicPeriod"/>
            </a:pPr>
            <a:r>
              <a:rPr lang="en-GB" dirty="0"/>
              <a:t>IN BATCH:	DATASETS FINANCE.DATASET1-3.NEW created (could be done prior to 1)</a:t>
            </a:r>
          </a:p>
          <a:p>
            <a:pPr marL="514350" indent="-514350">
              <a:buFont typeface="+mj-lt"/>
              <a:buAutoNum type="arabicPeriod"/>
            </a:pPr>
            <a:r>
              <a:rPr lang="en-GB" dirty="0"/>
              <a:t>IN BATCH:  	DATASETS FINANCE.DATASET1-3 deleted</a:t>
            </a:r>
          </a:p>
          <a:p>
            <a:pPr marL="514350" indent="-514350">
              <a:buFont typeface="+mj-lt"/>
              <a:buAutoNum type="arabicPeriod"/>
            </a:pPr>
            <a:r>
              <a:rPr lang="en-GB" dirty="0"/>
              <a:t>IN BATCH:	DATASETS FINANCE.DATASET1-3.NEW renamed to FINANCE.DATASET1-3</a:t>
            </a:r>
          </a:p>
          <a:p>
            <a:pPr marL="514350" indent="-514350">
              <a:buFont typeface="+mj-lt"/>
              <a:buAutoNum type="arabicPeriod"/>
            </a:pPr>
            <a:r>
              <a:rPr lang="en-GB" dirty="0"/>
              <a:t>IN CICS:	FILENAMES SMPFILE1-3 OPENED and ENABLED</a:t>
            </a:r>
          </a:p>
          <a:p>
            <a:pPr marL="514350" indent="-514350">
              <a:buFont typeface="+mj-lt"/>
              <a:buAutoNum type="arabicPeriod"/>
            </a:pPr>
            <a:r>
              <a:rPr lang="en-GB" dirty="0"/>
              <a:t>IN CICS:	Application enabled</a:t>
            </a:r>
          </a:p>
          <a:p>
            <a:pPr marL="982350" lvl="1" indent="-514350">
              <a:buFont typeface="Wingdings" panose="05000000000000000000" pitchFamily="2" charset="2"/>
              <a:buChar char="§"/>
            </a:pPr>
            <a:r>
              <a:rPr lang="en-GB" dirty="0"/>
              <a:t>Business application available to users</a:t>
            </a:r>
          </a:p>
          <a:p>
            <a:r>
              <a:rPr lang="en-GB" dirty="0"/>
              <a:t>Between points 1 to 7 an application outage is occurring. </a:t>
            </a:r>
          </a:p>
        </p:txBody>
      </p:sp>
    </p:spTree>
    <p:extLst>
      <p:ext uri="{BB962C8B-B14F-4D97-AF65-F5344CB8AC3E}">
        <p14:creationId xmlns:p14="http://schemas.microsoft.com/office/powerpoint/2010/main" val="3050374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B36F41E-EDA3-529B-FE0C-BC987C139198}"/>
              </a:ext>
            </a:extLst>
          </p:cNvPr>
          <p:cNvSpPr>
            <a:spLocks noGrp="1"/>
          </p:cNvSpPr>
          <p:nvPr>
            <p:ph type="body" sz="quarter" idx="11"/>
          </p:nvPr>
        </p:nvSpPr>
        <p:spPr/>
        <p:txBody>
          <a:bodyPr/>
          <a:lstStyle/>
          <a:p>
            <a:endParaRPr lang="en-GB" dirty="0"/>
          </a:p>
        </p:txBody>
      </p:sp>
      <p:sp>
        <p:nvSpPr>
          <p:cNvPr id="3" name="Title 2">
            <a:extLst>
              <a:ext uri="{FF2B5EF4-FFF2-40B4-BE49-F238E27FC236}">
                <a16:creationId xmlns:a16="http://schemas.microsoft.com/office/drawing/2014/main" id="{12DF3537-B10D-F725-838B-4D15EDDAAD6C}"/>
              </a:ext>
            </a:extLst>
          </p:cNvPr>
          <p:cNvSpPr>
            <a:spLocks noGrp="1"/>
          </p:cNvSpPr>
          <p:nvPr>
            <p:ph type="title"/>
          </p:nvPr>
        </p:nvSpPr>
        <p:spPr/>
        <p:txBody>
          <a:bodyPr/>
          <a:lstStyle/>
          <a:p>
            <a:r>
              <a:rPr lang="en-GB" dirty="0"/>
              <a:t>Requirements of the application</a:t>
            </a:r>
          </a:p>
        </p:txBody>
      </p:sp>
      <p:sp>
        <p:nvSpPr>
          <p:cNvPr id="4" name="Slide Number Placeholder 3">
            <a:extLst>
              <a:ext uri="{FF2B5EF4-FFF2-40B4-BE49-F238E27FC236}">
                <a16:creationId xmlns:a16="http://schemas.microsoft.com/office/drawing/2014/main" id="{EC40ED39-CD19-0C1F-0B62-0C33823442BF}"/>
              </a:ext>
            </a:extLst>
          </p:cNvPr>
          <p:cNvSpPr>
            <a:spLocks noGrp="1"/>
          </p:cNvSpPr>
          <p:nvPr>
            <p:ph type="sldNum" sz="quarter" idx="4"/>
          </p:nvPr>
        </p:nvSpPr>
        <p:spPr/>
        <p:txBody>
          <a:bodyPr/>
          <a:lstStyle/>
          <a:p>
            <a:fld id="{5F4730B7-9024-F145-844A-A9961A63A2B3}" type="slidenum">
              <a:rPr lang="en-US" smtClean="0"/>
              <a:pPr/>
              <a:t>14</a:t>
            </a:fld>
            <a:endParaRPr lang="en-US" dirty="0"/>
          </a:p>
        </p:txBody>
      </p:sp>
      <p:sp>
        <p:nvSpPr>
          <p:cNvPr id="5" name="Footer Placeholder 4">
            <a:extLst>
              <a:ext uri="{FF2B5EF4-FFF2-40B4-BE49-F238E27FC236}">
                <a16:creationId xmlns:a16="http://schemas.microsoft.com/office/drawing/2014/main" id="{DCEA4879-DA59-953E-3698-C831B3EB2D1A}"/>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7B044A9E-8B69-A948-5C87-D57F300FEF3B}"/>
              </a:ext>
            </a:extLst>
          </p:cNvPr>
          <p:cNvSpPr>
            <a:spLocks noGrp="1"/>
          </p:cNvSpPr>
          <p:nvPr>
            <p:ph type="body" sz="quarter" idx="10"/>
          </p:nvPr>
        </p:nvSpPr>
        <p:spPr/>
        <p:txBody>
          <a:bodyPr/>
          <a:lstStyle/>
          <a:p>
            <a:r>
              <a:rPr lang="en-GB" dirty="0"/>
              <a:t>The finance application has some requirements that must be observed:</a:t>
            </a:r>
          </a:p>
          <a:p>
            <a:pPr marL="457200" indent="-457200">
              <a:buFont typeface="Wingdings" panose="05000000000000000000" pitchFamily="2" charset="2"/>
              <a:buChar char="Ø"/>
            </a:pPr>
            <a:r>
              <a:rPr lang="en-GB" dirty="0"/>
              <a:t>When the application is disabled (1) currently running tasks must be allowed to complete normally</a:t>
            </a:r>
          </a:p>
          <a:p>
            <a:pPr marL="457200" indent="-457200">
              <a:buFont typeface="Wingdings" panose="05000000000000000000" pitchFamily="2" charset="2"/>
              <a:buChar char="Ø"/>
            </a:pPr>
            <a:r>
              <a:rPr lang="en-GB" dirty="0"/>
              <a:t>The application runs across multiple CICS regions and tasks in all CICS regions must complete as part of step 2.</a:t>
            </a:r>
          </a:p>
          <a:p>
            <a:pPr marL="925200" lvl="1" indent="-457200">
              <a:buFont typeface="Wingdings" panose="05000000000000000000" pitchFamily="2" charset="2"/>
              <a:buChar char="Ø"/>
            </a:pPr>
            <a:r>
              <a:rPr lang="en-GB" dirty="0"/>
              <a:t>This has implications for VSAM RLS and non-RLS datasets, but the proposed solution works for both access types.</a:t>
            </a:r>
          </a:p>
          <a:p>
            <a:pPr marL="925200" lvl="1" indent="-457200">
              <a:buFont typeface="Wingdings" panose="05000000000000000000" pitchFamily="2" charset="2"/>
              <a:buChar char="Ø"/>
            </a:pPr>
            <a:r>
              <a:rPr lang="en-GB" dirty="0"/>
              <a:t>Step 2 would involve a QUIESCE activity for VSAM RLS datasets</a:t>
            </a:r>
          </a:p>
          <a:p>
            <a:pPr marL="925200" lvl="1" indent="-457200">
              <a:buFont typeface="Wingdings" panose="05000000000000000000" pitchFamily="2" charset="2"/>
              <a:buChar char="Ø"/>
            </a:pPr>
            <a:r>
              <a:rPr lang="en-GB" dirty="0"/>
              <a:t>Step 6 would involve an UNQUIESCE activity for VSAM RLS datasets</a:t>
            </a:r>
          </a:p>
          <a:p>
            <a:pPr marL="457200" indent="-457200">
              <a:buFont typeface="Wingdings" panose="05000000000000000000" pitchFamily="2" charset="2"/>
              <a:buChar char="Ø"/>
            </a:pPr>
            <a:r>
              <a:rPr lang="en-GB" dirty="0"/>
              <a:t>No changes to the application code or the FILENAME definitions they specify when accessing data</a:t>
            </a:r>
          </a:p>
          <a:p>
            <a:pPr marL="457200" indent="-457200">
              <a:buFont typeface="Wingdings" panose="05000000000000000000" pitchFamily="2" charset="2"/>
              <a:buChar char="Ø"/>
            </a:pPr>
            <a:r>
              <a:rPr lang="en-GB" dirty="0"/>
              <a:t>If multiple copies of datasets are to be used, then a single instance of a task must be consistent in which copy or set of copies they access.</a:t>
            </a:r>
          </a:p>
          <a:p>
            <a:pPr lvl="1" indent="0">
              <a:buNone/>
            </a:pPr>
            <a:r>
              <a:rPr lang="en-GB" dirty="0"/>
              <a:t> </a:t>
            </a:r>
          </a:p>
        </p:txBody>
      </p:sp>
    </p:spTree>
    <p:extLst>
      <p:ext uri="{BB962C8B-B14F-4D97-AF65-F5344CB8AC3E}">
        <p14:creationId xmlns:p14="http://schemas.microsoft.com/office/powerpoint/2010/main" val="874793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6C71B8-EF34-04D2-D270-F55623271DDE}"/>
              </a:ext>
            </a:extLst>
          </p:cNvPr>
          <p:cNvSpPr>
            <a:spLocks noGrp="1"/>
          </p:cNvSpPr>
          <p:nvPr>
            <p:ph type="body" sz="quarter" idx="14"/>
          </p:nvPr>
        </p:nvSpPr>
        <p:spPr/>
        <p:txBody>
          <a:bodyPr/>
          <a:lstStyle/>
          <a:p>
            <a:r>
              <a:rPr lang="en-GB" dirty="0"/>
              <a:t>Proposed solution</a:t>
            </a:r>
          </a:p>
        </p:txBody>
      </p:sp>
      <p:sp>
        <p:nvSpPr>
          <p:cNvPr id="5" name="Footer Placeholder 4">
            <a:extLst>
              <a:ext uri="{FF2B5EF4-FFF2-40B4-BE49-F238E27FC236}">
                <a16:creationId xmlns:a16="http://schemas.microsoft.com/office/drawing/2014/main" id="{179B59A5-9674-E562-B079-C6A8D343D9F1}"/>
              </a:ext>
            </a:extLst>
          </p:cNvPr>
          <p:cNvSpPr>
            <a:spLocks noGrp="1"/>
          </p:cNvSpPr>
          <p:nvPr>
            <p:ph type="ftr" sz="quarter" idx="16"/>
          </p:nvPr>
        </p:nvSpPr>
        <p:spPr/>
        <p:txBody>
          <a:bodyPr/>
          <a:lstStyle/>
          <a:p>
            <a:r>
              <a:rPr lang="en-US"/>
              <a:t>IBM CICS sample: XFCREQ </a:t>
            </a:r>
            <a:endParaRPr lang="en-US" dirty="0"/>
          </a:p>
        </p:txBody>
      </p:sp>
      <p:sp>
        <p:nvSpPr>
          <p:cNvPr id="4" name="Slide Number Placeholder 3">
            <a:extLst>
              <a:ext uri="{FF2B5EF4-FFF2-40B4-BE49-F238E27FC236}">
                <a16:creationId xmlns:a16="http://schemas.microsoft.com/office/drawing/2014/main" id="{84EEA87A-0056-F7D4-8B5A-BB2540206441}"/>
              </a:ext>
            </a:extLst>
          </p:cNvPr>
          <p:cNvSpPr>
            <a:spLocks noGrp="1"/>
          </p:cNvSpPr>
          <p:nvPr>
            <p:ph type="sldNum" sz="quarter" idx="17"/>
          </p:nvPr>
        </p:nvSpPr>
        <p:spPr/>
        <p:txBody>
          <a:bodyPr/>
          <a:lstStyle/>
          <a:p>
            <a:fld id="{5F4730B7-9024-F145-844A-A9961A63A2B3}" type="slidenum">
              <a:rPr lang="en-US" smtClean="0"/>
              <a:pPr/>
              <a:t>15</a:t>
            </a:fld>
            <a:endParaRPr lang="en-US" dirty="0"/>
          </a:p>
        </p:txBody>
      </p:sp>
    </p:spTree>
    <p:extLst>
      <p:ext uri="{BB962C8B-B14F-4D97-AF65-F5344CB8AC3E}">
        <p14:creationId xmlns:p14="http://schemas.microsoft.com/office/powerpoint/2010/main" val="846633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4C45E0C-FB15-F025-D90A-41E5B2921AB6}"/>
              </a:ext>
            </a:extLst>
          </p:cNvPr>
          <p:cNvSpPr>
            <a:spLocks noGrp="1"/>
          </p:cNvSpPr>
          <p:nvPr>
            <p:ph type="body" sz="quarter" idx="11"/>
          </p:nvPr>
        </p:nvSpPr>
        <p:spPr>
          <a:xfrm>
            <a:off x="1371600" y="1823793"/>
            <a:ext cx="21107400" cy="662810"/>
          </a:xfrm>
        </p:spPr>
        <p:txBody>
          <a:bodyPr/>
          <a:lstStyle/>
          <a:p>
            <a:endParaRPr lang="en-GB" dirty="0"/>
          </a:p>
        </p:txBody>
      </p:sp>
      <p:sp>
        <p:nvSpPr>
          <p:cNvPr id="5" name="Title 4">
            <a:extLst>
              <a:ext uri="{FF2B5EF4-FFF2-40B4-BE49-F238E27FC236}">
                <a16:creationId xmlns:a16="http://schemas.microsoft.com/office/drawing/2014/main" id="{489BBBA8-0F38-1D1C-4626-91788935D886}"/>
              </a:ext>
            </a:extLst>
          </p:cNvPr>
          <p:cNvSpPr>
            <a:spLocks noGrp="1"/>
          </p:cNvSpPr>
          <p:nvPr>
            <p:ph type="title"/>
          </p:nvPr>
        </p:nvSpPr>
        <p:spPr/>
        <p:txBody>
          <a:bodyPr/>
          <a:lstStyle/>
          <a:p>
            <a:r>
              <a:rPr lang="en-GB" dirty="0"/>
              <a:t>Overview of a solution</a:t>
            </a:r>
          </a:p>
        </p:txBody>
      </p:sp>
      <p:sp>
        <p:nvSpPr>
          <p:cNvPr id="4" name="Slide Number Placeholder 3">
            <a:extLst>
              <a:ext uri="{FF2B5EF4-FFF2-40B4-BE49-F238E27FC236}">
                <a16:creationId xmlns:a16="http://schemas.microsoft.com/office/drawing/2014/main" id="{DB093EE1-C3F3-64F4-5290-524B7F0ED77A}"/>
              </a:ext>
            </a:extLst>
          </p:cNvPr>
          <p:cNvSpPr>
            <a:spLocks noGrp="1"/>
          </p:cNvSpPr>
          <p:nvPr>
            <p:ph type="sldNum" sz="quarter" idx="4"/>
          </p:nvPr>
        </p:nvSpPr>
        <p:spPr/>
        <p:txBody>
          <a:bodyPr/>
          <a:lstStyle/>
          <a:p>
            <a:fld id="{5F4730B7-9024-F145-844A-A9961A63A2B3}" type="slidenum">
              <a:rPr lang="en-US" smtClean="0"/>
              <a:t>16</a:t>
            </a:fld>
            <a:endParaRPr lang="en-US" dirty="0"/>
          </a:p>
        </p:txBody>
      </p:sp>
      <p:sp>
        <p:nvSpPr>
          <p:cNvPr id="3" name="Footer Placeholder 2">
            <a:extLst>
              <a:ext uri="{FF2B5EF4-FFF2-40B4-BE49-F238E27FC236}">
                <a16:creationId xmlns:a16="http://schemas.microsoft.com/office/drawing/2014/main" id="{CD68A62E-4683-ADBB-8C28-4A2DAF050760}"/>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5782DFDA-98C2-218E-15A8-94CA310A42E1}"/>
              </a:ext>
            </a:extLst>
          </p:cNvPr>
          <p:cNvSpPr>
            <a:spLocks noGrp="1"/>
          </p:cNvSpPr>
          <p:nvPr>
            <p:ph type="body" sz="quarter" idx="10"/>
          </p:nvPr>
        </p:nvSpPr>
        <p:spPr/>
        <p:txBody>
          <a:bodyPr/>
          <a:lstStyle/>
          <a:p>
            <a:r>
              <a:rPr lang="en-GB" dirty="0"/>
              <a:t>CICS FILE definitions map to a single underlying dataset as is the case for FILENAME SMPFILE1 which maps to z/OS dataset FINANCE.DATASET1.</a:t>
            </a:r>
          </a:p>
          <a:p>
            <a:r>
              <a:rPr lang="en-GB" dirty="0"/>
              <a:t>This solution implements a mechanism whereby eligible files used by the finance application are intercepted and mapped to one of two underlying filenames.  The application is unaware that this is happening thus allowing different datasets to be seamlessly removed or made available to the application.   </a:t>
            </a:r>
          </a:p>
          <a:p>
            <a:r>
              <a:rPr lang="en-GB" dirty="0"/>
              <a:t>To allow this process to occur for a group of files, the concept of a FILESET is introduced which defines a set of one or more files which must be consistent in their content.  This allows a FILESET indicator to be used to determine which set of files should be used at any given time.   </a:t>
            </a:r>
          </a:p>
          <a:p>
            <a:r>
              <a:rPr lang="en-GB" dirty="0"/>
              <a:t>The XFCREQ GLUE point is used to implement this solution.  Processing within the GLUE determines which FILESET to use when a task accesses its first file.  The FILESET is stored for the life of the task thus ensuring a switch of FILESETs while a task is running does not cause more than one FILESET to be used.</a:t>
            </a:r>
          </a:p>
          <a:p>
            <a:r>
              <a:rPr lang="en-GB" dirty="0"/>
              <a:t>It should be noted that multiple programs can be active at the XFCREQ exit point and that when activated the exit is invoked for </a:t>
            </a:r>
            <a:r>
              <a:rPr lang="en-GB" b="1" u="sng" dirty="0"/>
              <a:t>ALL</a:t>
            </a:r>
            <a:r>
              <a:rPr lang="en-GB" dirty="0"/>
              <a:t> file control requests, irrespective of application or filename. </a:t>
            </a:r>
          </a:p>
          <a:p>
            <a:r>
              <a:rPr lang="en-GB" dirty="0"/>
              <a:t>It should also be understood that the exit is invoked in the CICS region where the EXEC CICS file access occurs, not the CICS region where the FILE is located.  This is relevant for infrastructures with AOR-FOR configurations. </a:t>
            </a:r>
          </a:p>
          <a:p>
            <a:endParaRPr lang="en-GB" dirty="0"/>
          </a:p>
        </p:txBody>
      </p:sp>
    </p:spTree>
    <p:extLst>
      <p:ext uri="{BB962C8B-B14F-4D97-AF65-F5344CB8AC3E}">
        <p14:creationId xmlns:p14="http://schemas.microsoft.com/office/powerpoint/2010/main" val="1901656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01536F13-CB74-A4AE-1F11-76C52843F02A}"/>
              </a:ext>
            </a:extLst>
          </p:cNvPr>
          <p:cNvSpPr>
            <a:spLocks noGrp="1"/>
          </p:cNvSpPr>
          <p:nvPr>
            <p:ph type="body" sz="quarter" idx="11"/>
          </p:nvPr>
        </p:nvSpPr>
        <p:spPr/>
        <p:txBody>
          <a:bodyPr/>
          <a:lstStyle/>
          <a:p>
            <a:endParaRPr lang="en-GB"/>
          </a:p>
        </p:txBody>
      </p:sp>
      <p:sp>
        <p:nvSpPr>
          <p:cNvPr id="10" name="Title 9">
            <a:extLst>
              <a:ext uri="{FF2B5EF4-FFF2-40B4-BE49-F238E27FC236}">
                <a16:creationId xmlns:a16="http://schemas.microsoft.com/office/drawing/2014/main" id="{43CCEDF7-04F2-F7AA-4B1A-D84C984249D5}"/>
              </a:ext>
            </a:extLst>
          </p:cNvPr>
          <p:cNvSpPr>
            <a:spLocks noGrp="1"/>
          </p:cNvSpPr>
          <p:nvPr>
            <p:ph type="title"/>
          </p:nvPr>
        </p:nvSpPr>
        <p:spPr/>
        <p:txBody>
          <a:bodyPr>
            <a:normAutofit/>
          </a:bodyPr>
          <a:lstStyle/>
          <a:p>
            <a:r>
              <a:rPr lang="en-GB" dirty="0"/>
              <a:t>Processing </a:t>
            </a:r>
            <a:r>
              <a:rPr lang="en-GB" u="sng" dirty="0"/>
              <a:t>without</a:t>
            </a:r>
            <a:r>
              <a:rPr lang="en-GB" dirty="0"/>
              <a:t> the exit active</a:t>
            </a:r>
          </a:p>
        </p:txBody>
      </p:sp>
      <p:sp>
        <p:nvSpPr>
          <p:cNvPr id="4" name="Slide Number Placeholder 3">
            <a:extLst>
              <a:ext uri="{FF2B5EF4-FFF2-40B4-BE49-F238E27FC236}">
                <a16:creationId xmlns:a16="http://schemas.microsoft.com/office/drawing/2014/main" id="{D6241977-8A2D-9AC8-2696-AF486E97AEC6}"/>
              </a:ext>
            </a:extLst>
          </p:cNvPr>
          <p:cNvSpPr>
            <a:spLocks noGrp="1"/>
          </p:cNvSpPr>
          <p:nvPr>
            <p:ph type="sldNum" sz="quarter" idx="4"/>
          </p:nvPr>
        </p:nvSpPr>
        <p:spPr/>
        <p:txBody>
          <a:bodyPr/>
          <a:lstStyle/>
          <a:p>
            <a:fld id="{5F4730B7-9024-F145-844A-A9961A63A2B3}" type="slidenum">
              <a:rPr lang="en-US" smtClean="0"/>
              <a:pPr/>
              <a:t>17</a:t>
            </a:fld>
            <a:endParaRPr lang="en-US" dirty="0"/>
          </a:p>
        </p:txBody>
      </p:sp>
      <p:sp>
        <p:nvSpPr>
          <p:cNvPr id="5" name="Footer Placeholder 4">
            <a:extLst>
              <a:ext uri="{FF2B5EF4-FFF2-40B4-BE49-F238E27FC236}">
                <a16:creationId xmlns:a16="http://schemas.microsoft.com/office/drawing/2014/main" id="{5C9F00F2-F81A-AECD-238A-E4DB3185FC4A}"/>
              </a:ext>
            </a:extLst>
          </p:cNvPr>
          <p:cNvSpPr>
            <a:spLocks noGrp="1"/>
          </p:cNvSpPr>
          <p:nvPr>
            <p:ph type="ftr" sz="quarter" idx="3"/>
          </p:nvPr>
        </p:nvSpPr>
        <p:spPr/>
        <p:txBody>
          <a:bodyPr/>
          <a:lstStyle/>
          <a:p>
            <a:r>
              <a:rPr lang="en-US"/>
              <a:t>IBM CICS sample: XFCREQ </a:t>
            </a:r>
            <a:endParaRPr lang="en-US" dirty="0"/>
          </a:p>
        </p:txBody>
      </p:sp>
      <p:sp>
        <p:nvSpPr>
          <p:cNvPr id="14" name="Rectangle 13">
            <a:extLst>
              <a:ext uri="{FF2B5EF4-FFF2-40B4-BE49-F238E27FC236}">
                <a16:creationId xmlns:a16="http://schemas.microsoft.com/office/drawing/2014/main" id="{08DC9E58-491A-D452-DA07-7DD8C11CE467}"/>
              </a:ext>
            </a:extLst>
          </p:cNvPr>
          <p:cNvSpPr/>
          <p:nvPr/>
        </p:nvSpPr>
        <p:spPr>
          <a:xfrm>
            <a:off x="734312" y="2443883"/>
            <a:ext cx="22913788" cy="99934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9183E028-59B0-E6D6-9BC8-5FE6DF0F26E9}"/>
              </a:ext>
            </a:extLst>
          </p:cNvPr>
          <p:cNvSpPr txBox="1"/>
          <p:nvPr/>
        </p:nvSpPr>
        <p:spPr>
          <a:xfrm>
            <a:off x="950259" y="2484319"/>
            <a:ext cx="7440706" cy="10342383"/>
          </a:xfrm>
          <a:prstGeom prst="rect">
            <a:avLst/>
          </a:prstGeom>
          <a:noFill/>
        </p:spPr>
        <p:txBody>
          <a:bodyPr wrap="square">
            <a:spAutoFit/>
          </a:bodyPr>
          <a:lstStyle/>
          <a:p>
            <a:pPr>
              <a:lnSpc>
                <a:spcPct val="150000"/>
              </a:lnSpc>
            </a:pPr>
            <a:r>
              <a:rPr lang="en-GB" sz="3200" b="0" i="0" dirty="0">
                <a:ln>
                  <a:solidFill>
                    <a:schemeClr val="accent1"/>
                  </a:solidFill>
                </a:ln>
                <a:latin typeface="Helvetica Neue for IBM Roman" charset="0"/>
                <a:ea typeface="Helvetica Neue for IBM Roman" charset="0"/>
                <a:cs typeface="Helvetica Neue for IBM Roman" charset="0"/>
              </a:rPr>
              <a:t>ABCD task starts</a:t>
            </a:r>
          </a:p>
          <a:p>
            <a:pPr marL="342900" indent="-342900">
              <a:lnSpc>
                <a:spcPct val="150000"/>
              </a:lnSpc>
              <a:buFont typeface="Wingdings" panose="05000000000000000000" pitchFamily="2" charset="2"/>
              <a:buChar char="Ø"/>
            </a:pPr>
            <a:r>
              <a:rPr lang="en-GB" sz="3200" dirty="0">
                <a:ln>
                  <a:solidFill>
                    <a:schemeClr val="accent1"/>
                  </a:solidFill>
                </a:ln>
                <a:latin typeface="Helvetica Neue for IBM Roman" charset="0"/>
                <a:ea typeface="Helvetica Neue for IBM Roman" charset="0"/>
                <a:cs typeface="Helvetica Neue for IBM Roman" charset="0"/>
              </a:rPr>
              <a:t>Executes initial business logic</a:t>
            </a:r>
          </a:p>
          <a:p>
            <a:pPr marL="342900" indent="-342900">
              <a:lnSpc>
                <a:spcPct val="150000"/>
              </a:lnSpc>
              <a:buFont typeface="Wingdings" panose="05000000000000000000" pitchFamily="2" charset="2"/>
              <a:buChar char="Ø"/>
            </a:pPr>
            <a:r>
              <a:rPr lang="en-GB" sz="3200" b="0" i="0" dirty="0">
                <a:ln>
                  <a:solidFill>
                    <a:schemeClr val="accent1"/>
                  </a:solidFill>
                </a:ln>
                <a:latin typeface="Helvetica Neue for IBM Roman" charset="0"/>
                <a:ea typeface="Helvetica Neue for IBM Roman" charset="0"/>
                <a:cs typeface="Helvetica Neue for IBM Roman" charset="0"/>
              </a:rPr>
              <a:t>EXEC CICS READ FILE(SMPFILE1)</a:t>
            </a:r>
          </a:p>
          <a:p>
            <a:pPr>
              <a:lnSpc>
                <a:spcPct val="150000"/>
              </a:lnSpc>
            </a:pPr>
            <a:r>
              <a:rPr lang="en-GB" sz="3200" dirty="0">
                <a:ln>
                  <a:solidFill>
                    <a:schemeClr val="accent1"/>
                  </a:solidFill>
                </a:ln>
                <a:latin typeface="Helvetica Neue for IBM Roman" charset="0"/>
                <a:ea typeface="Helvetica Neue for IBM Roman" charset="0"/>
                <a:cs typeface="Helvetica Neue for IBM Roman" charset="0"/>
              </a:rPr>
              <a:t>&lt;Program suspends&gt;</a:t>
            </a:r>
          </a:p>
          <a:p>
            <a:pPr>
              <a:lnSpc>
                <a:spcPct val="150000"/>
              </a:lnSpc>
            </a:pPr>
            <a:endParaRPr lang="en-GB" sz="3200" dirty="0">
              <a:ln>
                <a:solidFill>
                  <a:schemeClr val="accent1"/>
                </a:solidFill>
              </a:ln>
              <a:latin typeface="Helvetica Neue for IBM Roman" charset="0"/>
              <a:ea typeface="Helvetica Neue for IBM Roman" charset="0"/>
              <a:cs typeface="Helvetica Neue for IBM Roman" charset="0"/>
            </a:endParaRPr>
          </a:p>
          <a:p>
            <a:pPr>
              <a:lnSpc>
                <a:spcPct val="150000"/>
              </a:lnSpc>
            </a:pPr>
            <a:endParaRPr lang="en-GB" sz="3200" dirty="0">
              <a:ln>
                <a:solidFill>
                  <a:schemeClr val="accent1"/>
                </a:solidFill>
              </a:ln>
              <a:latin typeface="Helvetica Neue for IBM Roman" charset="0"/>
              <a:ea typeface="Helvetica Neue for IBM Roman" charset="0"/>
              <a:cs typeface="Helvetica Neue for IBM Roman" charset="0"/>
            </a:endParaRPr>
          </a:p>
          <a:p>
            <a:pPr>
              <a:lnSpc>
                <a:spcPct val="150000"/>
              </a:lnSpc>
            </a:pPr>
            <a:endParaRPr lang="en-GB" sz="3200" dirty="0">
              <a:ln>
                <a:solidFill>
                  <a:schemeClr val="accent1"/>
                </a:solidFill>
              </a:ln>
              <a:latin typeface="Helvetica Neue for IBM Roman" charset="0"/>
              <a:ea typeface="Helvetica Neue for IBM Roman" charset="0"/>
              <a:cs typeface="Helvetica Neue for IBM Roman" charset="0"/>
            </a:endParaRPr>
          </a:p>
          <a:p>
            <a:pPr>
              <a:lnSpc>
                <a:spcPct val="150000"/>
              </a:lnSpc>
            </a:pPr>
            <a:endParaRPr lang="en-GB" sz="3200" dirty="0">
              <a:ln>
                <a:solidFill>
                  <a:schemeClr val="accent1"/>
                </a:solidFill>
              </a:ln>
              <a:latin typeface="Helvetica Neue for IBM Roman" charset="0"/>
              <a:ea typeface="Helvetica Neue for IBM Roman" charset="0"/>
              <a:cs typeface="Helvetica Neue for IBM Roman" charset="0"/>
            </a:endParaRPr>
          </a:p>
          <a:p>
            <a:pPr>
              <a:lnSpc>
                <a:spcPct val="150000"/>
              </a:lnSpc>
            </a:pPr>
            <a:r>
              <a:rPr lang="en-GB" sz="3200" dirty="0">
                <a:ln>
                  <a:solidFill>
                    <a:schemeClr val="accent1"/>
                  </a:solidFill>
                </a:ln>
                <a:latin typeface="Helvetica Neue for IBM Roman" charset="0"/>
                <a:ea typeface="Helvetica Neue for IBM Roman" charset="0"/>
                <a:cs typeface="Helvetica Neue for IBM Roman" charset="0"/>
              </a:rPr>
              <a:t>&lt;Program resumes&gt; </a:t>
            </a:r>
          </a:p>
          <a:p>
            <a:pPr marL="457200" indent="-457200">
              <a:lnSpc>
                <a:spcPct val="150000"/>
              </a:lnSpc>
              <a:buFont typeface="Wingdings" panose="05000000000000000000" pitchFamily="2" charset="2"/>
              <a:buChar char="Ø"/>
            </a:pPr>
            <a:r>
              <a:rPr lang="en-GB" sz="3200" dirty="0">
                <a:ln>
                  <a:solidFill>
                    <a:schemeClr val="accent1"/>
                  </a:solidFill>
                </a:ln>
                <a:latin typeface="Helvetica Neue for IBM Roman" charset="0"/>
                <a:ea typeface="Helvetica Neue for IBM Roman" charset="0"/>
                <a:cs typeface="Helvetica Neue for IBM Roman" charset="0"/>
              </a:rPr>
              <a:t>Processing continues</a:t>
            </a:r>
          </a:p>
          <a:p>
            <a:pPr>
              <a:lnSpc>
                <a:spcPct val="150000"/>
              </a:lnSpc>
            </a:pPr>
            <a:r>
              <a:rPr lang="en-GB" sz="3200" dirty="0">
                <a:ln>
                  <a:solidFill>
                    <a:schemeClr val="accent1"/>
                  </a:solidFill>
                </a:ln>
                <a:latin typeface="Helvetica Neue for IBM Roman" charset="0"/>
                <a:ea typeface="Helvetica Neue for IBM Roman" charset="0"/>
                <a:cs typeface="Helvetica Neue for IBM Roman" charset="0"/>
              </a:rPr>
              <a:t>ABCD task ends</a:t>
            </a:r>
          </a:p>
          <a:p>
            <a:pPr>
              <a:lnSpc>
                <a:spcPct val="150000"/>
              </a:lnSpc>
            </a:pPr>
            <a:endParaRPr lang="en-GB" sz="3200" dirty="0">
              <a:ln>
                <a:solidFill>
                  <a:schemeClr val="accent1"/>
                </a:solidFill>
              </a:ln>
              <a:latin typeface="Helvetica Neue for IBM Roman" charset="0"/>
              <a:ea typeface="Helvetica Neue for IBM Roman" charset="0"/>
              <a:cs typeface="Helvetica Neue for IBM Roman" charset="0"/>
            </a:endParaRPr>
          </a:p>
          <a:p>
            <a:pPr>
              <a:lnSpc>
                <a:spcPct val="150000"/>
              </a:lnSpc>
            </a:pPr>
            <a:endParaRPr lang="en-GB" sz="3200" b="0" i="0" dirty="0">
              <a:ln>
                <a:solidFill>
                  <a:schemeClr val="accent1"/>
                </a:solidFill>
              </a:ln>
              <a:latin typeface="Helvetica Neue for IBM Roman" charset="0"/>
              <a:ea typeface="Helvetica Neue for IBM Roman" charset="0"/>
              <a:cs typeface="Helvetica Neue for IBM Roman" charset="0"/>
            </a:endParaRPr>
          </a:p>
          <a:p>
            <a:pPr marL="342900" indent="-342900">
              <a:lnSpc>
                <a:spcPct val="150000"/>
              </a:lnSpc>
              <a:buFont typeface="Wingdings" panose="05000000000000000000" pitchFamily="2" charset="2"/>
              <a:buChar char="Ø"/>
            </a:pPr>
            <a:endParaRPr lang="en-GB" sz="3200" b="0" i="0" dirty="0">
              <a:ln>
                <a:solidFill>
                  <a:schemeClr val="accent1"/>
                </a:solidFill>
              </a:ln>
              <a:latin typeface="Helvetica Neue for IBM Roman" charset="0"/>
              <a:ea typeface="Helvetica Neue for IBM Roman" charset="0"/>
              <a:cs typeface="Helvetica Neue for IBM Roman" charset="0"/>
            </a:endParaRPr>
          </a:p>
        </p:txBody>
      </p:sp>
      <p:sp>
        <p:nvSpPr>
          <p:cNvPr id="17" name="Arrow: Right 16">
            <a:extLst>
              <a:ext uri="{FF2B5EF4-FFF2-40B4-BE49-F238E27FC236}">
                <a16:creationId xmlns:a16="http://schemas.microsoft.com/office/drawing/2014/main" id="{BCB99676-3D0F-4C7F-4500-187C6F017DDF}"/>
              </a:ext>
            </a:extLst>
          </p:cNvPr>
          <p:cNvSpPr/>
          <p:nvPr/>
        </p:nvSpPr>
        <p:spPr>
          <a:xfrm rot="10800000">
            <a:off x="8390965" y="8056000"/>
            <a:ext cx="4715435" cy="10617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64B12E0-3ADF-C883-0EDA-621E79B35760}"/>
              </a:ext>
            </a:extLst>
          </p:cNvPr>
          <p:cNvSpPr txBox="1"/>
          <p:nvPr/>
        </p:nvSpPr>
        <p:spPr>
          <a:xfrm>
            <a:off x="14343529" y="4052047"/>
            <a:ext cx="8229064" cy="4893647"/>
          </a:xfrm>
          <a:prstGeom prst="rect">
            <a:avLst/>
          </a:prstGeom>
          <a:noFill/>
        </p:spPr>
        <p:txBody>
          <a:bodyPr wrap="square" rtlCol="0">
            <a:spAutoFit/>
          </a:bodyPr>
          <a:lstStyle/>
          <a:p>
            <a:r>
              <a:rPr lang="en-GB" sz="2400" b="0" i="0" dirty="0">
                <a:latin typeface="Helvetica Neue for IBM Roman" charset="0"/>
                <a:ea typeface="Helvetica Neue for IBM Roman" charset="0"/>
                <a:cs typeface="Helvetica Neue for IBM Roman" charset="0"/>
              </a:rPr>
              <a:t>CICS FILE CONTROL invoke passing in parameters:</a:t>
            </a:r>
          </a:p>
          <a:p>
            <a:pPr marL="342900" indent="-342900">
              <a:buFontTx/>
              <a:buChar char="-"/>
            </a:pPr>
            <a:r>
              <a:rPr lang="en-GB" sz="2400" dirty="0">
                <a:latin typeface="Helvetica Neue for IBM Roman" charset="0"/>
                <a:ea typeface="Helvetica Neue for IBM Roman" charset="0"/>
                <a:cs typeface="Helvetica Neue for IBM Roman" charset="0"/>
              </a:rPr>
              <a:t>FILENAME</a:t>
            </a:r>
          </a:p>
          <a:p>
            <a:pPr marL="342900" indent="-342900">
              <a:buFontTx/>
              <a:buChar char="-"/>
            </a:pPr>
            <a:r>
              <a:rPr lang="en-GB" sz="2400" dirty="0">
                <a:latin typeface="Helvetica Neue for IBM Roman" charset="0"/>
                <a:ea typeface="Helvetica Neue for IBM Roman" charset="0"/>
                <a:cs typeface="Helvetica Neue for IBM Roman" charset="0"/>
              </a:rPr>
              <a:t>Key of record</a:t>
            </a:r>
          </a:p>
          <a:p>
            <a:pPr marL="342900" indent="-342900">
              <a:buFontTx/>
              <a:buChar char="-"/>
            </a:pPr>
            <a:r>
              <a:rPr lang="en-GB" sz="2400" dirty="0">
                <a:latin typeface="Helvetica Neue for IBM Roman" charset="0"/>
                <a:ea typeface="Helvetica Neue for IBM Roman" charset="0"/>
                <a:cs typeface="Helvetica Neue for IBM Roman" charset="0"/>
              </a:rPr>
              <a:t>Input/output area</a:t>
            </a:r>
          </a:p>
          <a:p>
            <a:pPr marL="342900" indent="-342900">
              <a:buFontTx/>
              <a:buChar char="-"/>
            </a:pPr>
            <a:r>
              <a:rPr lang="en-GB" sz="2400" dirty="0">
                <a:latin typeface="Helvetica Neue for IBM Roman" charset="0"/>
                <a:ea typeface="Helvetica Neue for IBM Roman" charset="0"/>
                <a:cs typeface="Helvetica Neue for IBM Roman" charset="0"/>
              </a:rPr>
              <a:t>Other parameters</a:t>
            </a:r>
          </a:p>
          <a:p>
            <a:pPr marL="342900" indent="-342900">
              <a:buFontTx/>
              <a:buChar char="-"/>
            </a:pPr>
            <a:endParaRPr lang="en-GB" sz="2400" b="0" i="0" dirty="0">
              <a:latin typeface="Helvetica Neue for IBM Roman" charset="0"/>
              <a:ea typeface="Helvetica Neue for IBM Roman" charset="0"/>
              <a:cs typeface="Helvetica Neue for IBM Roman" charset="0"/>
            </a:endParaRPr>
          </a:p>
          <a:p>
            <a:r>
              <a:rPr lang="en-GB" sz="2400" b="1" dirty="0">
                <a:latin typeface="Helvetica Neue for IBM Roman" charset="0"/>
                <a:ea typeface="Helvetica Neue for IBM Roman" charset="0"/>
                <a:cs typeface="Helvetica Neue for IBM Roman" charset="0"/>
              </a:rPr>
              <a:t>Note: </a:t>
            </a:r>
            <a:r>
              <a:rPr lang="en-GB" sz="2400" dirty="0">
                <a:latin typeface="Helvetica Neue for IBM Roman" charset="0"/>
                <a:ea typeface="Helvetica Neue for IBM Roman" charset="0"/>
                <a:cs typeface="Helvetica Neue for IBM Roman" charset="0"/>
              </a:rPr>
              <a:t>the actual file request may be routed to another CICS regions. Not before the XFCREQ GLUE has been invoked (if active in the regions).</a:t>
            </a:r>
          </a:p>
          <a:p>
            <a:endParaRPr lang="en-GB" sz="2400" b="0" i="0" dirty="0">
              <a:latin typeface="Helvetica Neue for IBM Roman" charset="0"/>
              <a:ea typeface="Helvetica Neue for IBM Roman" charset="0"/>
              <a:cs typeface="Helvetica Neue for IBM Roman" charset="0"/>
            </a:endParaRPr>
          </a:p>
          <a:p>
            <a:r>
              <a:rPr lang="en-GB" sz="2400" dirty="0">
                <a:latin typeface="Helvetica Neue for IBM Roman" charset="0"/>
                <a:ea typeface="Helvetica Neue for IBM Roman" charset="0"/>
                <a:cs typeface="Helvetica Neue for IBM Roman" charset="0"/>
              </a:rPr>
              <a:t>Dataset request processed</a:t>
            </a:r>
          </a:p>
          <a:p>
            <a:endParaRPr lang="en-GB" sz="2400" b="0" i="0" dirty="0">
              <a:latin typeface="Helvetica Neue for IBM Roman" charset="0"/>
              <a:ea typeface="Helvetica Neue for IBM Roman" charset="0"/>
              <a:cs typeface="Helvetica Neue for IBM Roman" charset="0"/>
            </a:endParaRPr>
          </a:p>
          <a:p>
            <a:r>
              <a:rPr lang="en-GB" sz="2400" dirty="0">
                <a:latin typeface="Helvetica Neue for IBM Roman" charset="0"/>
                <a:ea typeface="Helvetica Neue for IBM Roman" charset="0"/>
                <a:cs typeface="Helvetica Neue for IBM Roman" charset="0"/>
              </a:rPr>
              <a:t>RESPONSE RETURNED TO TASK: </a:t>
            </a:r>
            <a:endParaRPr lang="en-GB" sz="2400" b="0" i="0" dirty="0">
              <a:latin typeface="Helvetica Neue for IBM Roman" charset="0"/>
              <a:ea typeface="Helvetica Neue for IBM Roman" charset="0"/>
              <a:cs typeface="Helvetica Neue for IBM Roman" charset="0"/>
            </a:endParaRPr>
          </a:p>
        </p:txBody>
      </p:sp>
      <p:sp>
        <p:nvSpPr>
          <p:cNvPr id="19" name="Arrow: Right 18">
            <a:extLst>
              <a:ext uri="{FF2B5EF4-FFF2-40B4-BE49-F238E27FC236}">
                <a16:creationId xmlns:a16="http://schemas.microsoft.com/office/drawing/2014/main" id="{313882CD-8750-8079-3742-1848B382BF11}"/>
              </a:ext>
            </a:extLst>
          </p:cNvPr>
          <p:cNvSpPr/>
          <p:nvPr/>
        </p:nvSpPr>
        <p:spPr>
          <a:xfrm>
            <a:off x="8543365" y="4067406"/>
            <a:ext cx="4715435" cy="10617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28733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3054EA-CBF5-0044-5A32-600C051391E9}"/>
              </a:ext>
            </a:extLst>
          </p:cNvPr>
          <p:cNvSpPr>
            <a:spLocks noGrp="1"/>
          </p:cNvSpPr>
          <p:nvPr>
            <p:ph type="body" sz="quarter" idx="11"/>
          </p:nvPr>
        </p:nvSpPr>
        <p:spPr>
          <a:xfrm>
            <a:off x="1371600" y="1823793"/>
            <a:ext cx="21107400" cy="662810"/>
          </a:xfrm>
        </p:spPr>
        <p:txBody>
          <a:bodyPr/>
          <a:lstStyle/>
          <a:p>
            <a:r>
              <a:rPr lang="en-GB" dirty="0"/>
              <a:t>Changes to CICS</a:t>
            </a:r>
          </a:p>
        </p:txBody>
      </p:sp>
      <p:sp>
        <p:nvSpPr>
          <p:cNvPr id="3" name="Title 2">
            <a:extLst>
              <a:ext uri="{FF2B5EF4-FFF2-40B4-BE49-F238E27FC236}">
                <a16:creationId xmlns:a16="http://schemas.microsoft.com/office/drawing/2014/main" id="{B97421DB-A00D-AEBD-2930-7A5757CC3CD5}"/>
              </a:ext>
            </a:extLst>
          </p:cNvPr>
          <p:cNvSpPr>
            <a:spLocks noGrp="1"/>
          </p:cNvSpPr>
          <p:nvPr>
            <p:ph type="title"/>
          </p:nvPr>
        </p:nvSpPr>
        <p:spPr/>
        <p:txBody>
          <a:bodyPr/>
          <a:lstStyle/>
          <a:p>
            <a:r>
              <a:rPr lang="en-GB" dirty="0"/>
              <a:t>Changes to CICS</a:t>
            </a:r>
          </a:p>
        </p:txBody>
      </p:sp>
      <p:sp>
        <p:nvSpPr>
          <p:cNvPr id="4" name="Slide Number Placeholder 3">
            <a:extLst>
              <a:ext uri="{FF2B5EF4-FFF2-40B4-BE49-F238E27FC236}">
                <a16:creationId xmlns:a16="http://schemas.microsoft.com/office/drawing/2014/main" id="{858E58BD-E7CA-AED0-F2F6-3B2025E9BA3C}"/>
              </a:ext>
            </a:extLst>
          </p:cNvPr>
          <p:cNvSpPr>
            <a:spLocks noGrp="1"/>
          </p:cNvSpPr>
          <p:nvPr>
            <p:ph type="sldNum" sz="quarter" idx="4"/>
          </p:nvPr>
        </p:nvSpPr>
        <p:spPr/>
        <p:txBody>
          <a:bodyPr/>
          <a:lstStyle/>
          <a:p>
            <a:fld id="{5F4730B7-9024-F145-844A-A9961A63A2B3}" type="slidenum">
              <a:rPr lang="en-US" smtClean="0"/>
              <a:pPr/>
              <a:t>18</a:t>
            </a:fld>
            <a:endParaRPr lang="en-US" dirty="0"/>
          </a:p>
        </p:txBody>
      </p:sp>
      <p:sp>
        <p:nvSpPr>
          <p:cNvPr id="5" name="Footer Placeholder 4">
            <a:extLst>
              <a:ext uri="{FF2B5EF4-FFF2-40B4-BE49-F238E27FC236}">
                <a16:creationId xmlns:a16="http://schemas.microsoft.com/office/drawing/2014/main" id="{F03E5E79-879E-929A-5066-34D0F41B3A88}"/>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9B18CE48-1F1E-DE6D-BFDA-8A5F44D2E4E5}"/>
              </a:ext>
            </a:extLst>
          </p:cNvPr>
          <p:cNvSpPr>
            <a:spLocks noGrp="1"/>
          </p:cNvSpPr>
          <p:nvPr>
            <p:ph type="body" sz="quarter" idx="10"/>
          </p:nvPr>
        </p:nvSpPr>
        <p:spPr/>
        <p:txBody>
          <a:bodyPr/>
          <a:lstStyle/>
          <a:p>
            <a:r>
              <a:rPr lang="en-GB" dirty="0"/>
              <a:t>CICS FILE definitions REMOVED:</a:t>
            </a:r>
          </a:p>
          <a:p>
            <a:pPr lvl="1">
              <a:buFont typeface="Wingdings" panose="05000000000000000000" pitchFamily="2" charset="2"/>
              <a:buChar char="Ø"/>
            </a:pPr>
            <a:r>
              <a:rPr lang="en-US" dirty="0"/>
              <a:t>SMPFILE1 - FINANCE.DATASET1</a:t>
            </a:r>
          </a:p>
          <a:p>
            <a:pPr lvl="1">
              <a:buFont typeface="Wingdings" panose="05000000000000000000" pitchFamily="2" charset="2"/>
              <a:buChar char="Ø"/>
            </a:pPr>
            <a:r>
              <a:rPr lang="en-US" dirty="0"/>
              <a:t>SMPFILE2 - FINANCE.DATASET2</a:t>
            </a:r>
          </a:p>
          <a:p>
            <a:pPr lvl="1">
              <a:buFont typeface="Wingdings" panose="05000000000000000000" pitchFamily="2" charset="2"/>
              <a:buChar char="Ø"/>
            </a:pPr>
            <a:r>
              <a:rPr lang="en-US" dirty="0"/>
              <a:t>SMPFILE3 - FINANCE.DATASET3</a:t>
            </a:r>
          </a:p>
          <a:p>
            <a:pPr marL="457200" indent="-457200">
              <a:buFont typeface="Wingdings" panose="05000000000000000000" pitchFamily="2" charset="2"/>
              <a:buChar char="Ø"/>
            </a:pPr>
            <a:r>
              <a:rPr lang="en-GB" dirty="0"/>
              <a:t>Note: SMPFILE4 remains as not part of daily housekeeping</a:t>
            </a:r>
          </a:p>
          <a:p>
            <a:r>
              <a:rPr lang="en-GB" dirty="0"/>
              <a:t>Two sets of new FILES definitions CREATED:</a:t>
            </a:r>
          </a:p>
          <a:p>
            <a:pPr lvl="1">
              <a:buFont typeface="Wingdings" panose="05000000000000000000" pitchFamily="2" charset="2"/>
              <a:buChar char="Ø"/>
            </a:pPr>
            <a:r>
              <a:rPr lang="en-US" dirty="0"/>
              <a:t>£MPFILE1 - FINANCE.DATASET1.V1 (FILESET A)</a:t>
            </a:r>
          </a:p>
          <a:p>
            <a:pPr lvl="1">
              <a:buFont typeface="Wingdings" panose="05000000000000000000" pitchFamily="2" charset="2"/>
              <a:buChar char="Ø"/>
            </a:pPr>
            <a:r>
              <a:rPr lang="en-US" dirty="0"/>
              <a:t>£MPFILE2 - FINANCE.DATASET2.V1 (FILESET A)</a:t>
            </a:r>
          </a:p>
          <a:p>
            <a:pPr lvl="1">
              <a:buFont typeface="Wingdings" panose="05000000000000000000" pitchFamily="2" charset="2"/>
              <a:buChar char="Ø"/>
            </a:pPr>
            <a:r>
              <a:rPr lang="en-US" dirty="0"/>
              <a:t>£MPFILE3 - FINANCE.DATASET3.V1 (FILESET A)</a:t>
            </a:r>
          </a:p>
          <a:p>
            <a:pPr lvl="1">
              <a:buFont typeface="Wingdings" panose="05000000000000000000" pitchFamily="2" charset="2"/>
              <a:buChar char="Ø"/>
            </a:pPr>
            <a:endParaRPr lang="en-US" dirty="0"/>
          </a:p>
          <a:p>
            <a:pPr lvl="1">
              <a:buFont typeface="Wingdings" panose="05000000000000000000" pitchFamily="2" charset="2"/>
              <a:buChar char="Ø"/>
            </a:pPr>
            <a:r>
              <a:rPr lang="en-US" dirty="0"/>
              <a:t>#MPFILE1 - FINANCE.DATASET1.V2 (FILESET B)</a:t>
            </a:r>
          </a:p>
          <a:p>
            <a:pPr lvl="1">
              <a:buFont typeface="Wingdings" panose="05000000000000000000" pitchFamily="2" charset="2"/>
              <a:buChar char="Ø"/>
            </a:pPr>
            <a:r>
              <a:rPr lang="en-US" dirty="0"/>
              <a:t>#MPFILE2 - FINANCE.DATASET2.V2 (FILESET B)</a:t>
            </a:r>
          </a:p>
          <a:p>
            <a:pPr lvl="1">
              <a:buFont typeface="Wingdings" panose="05000000000000000000" pitchFamily="2" charset="2"/>
              <a:buChar char="Ø"/>
            </a:pPr>
            <a:r>
              <a:rPr lang="en-US" dirty="0"/>
              <a:t>#MPFILE3 - FINANCE.DATASET3.V2 (FILESET B)</a:t>
            </a:r>
          </a:p>
          <a:p>
            <a:pPr lvl="1">
              <a:buFont typeface="Wingdings" panose="05000000000000000000" pitchFamily="2" charset="2"/>
              <a:buChar char="Ø"/>
            </a:pPr>
            <a:endParaRPr lang="en-US" dirty="0"/>
          </a:p>
        </p:txBody>
      </p:sp>
    </p:spTree>
    <p:extLst>
      <p:ext uri="{BB962C8B-B14F-4D97-AF65-F5344CB8AC3E}">
        <p14:creationId xmlns:p14="http://schemas.microsoft.com/office/powerpoint/2010/main" val="1188983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0A6B4-DA25-C700-E28A-B62391644920}"/>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A15D344F-A830-C58E-B471-65F0680C057F}"/>
              </a:ext>
            </a:extLst>
          </p:cNvPr>
          <p:cNvSpPr>
            <a:spLocks noGrp="1"/>
          </p:cNvSpPr>
          <p:nvPr>
            <p:ph type="body" sz="quarter" idx="11"/>
          </p:nvPr>
        </p:nvSpPr>
        <p:spPr/>
        <p:txBody>
          <a:bodyPr/>
          <a:lstStyle/>
          <a:p>
            <a:endParaRPr lang="en-GB"/>
          </a:p>
        </p:txBody>
      </p:sp>
      <p:sp>
        <p:nvSpPr>
          <p:cNvPr id="10" name="Title 9">
            <a:extLst>
              <a:ext uri="{FF2B5EF4-FFF2-40B4-BE49-F238E27FC236}">
                <a16:creationId xmlns:a16="http://schemas.microsoft.com/office/drawing/2014/main" id="{511000EF-FF3D-BD3A-1999-D6C200AABC48}"/>
              </a:ext>
            </a:extLst>
          </p:cNvPr>
          <p:cNvSpPr>
            <a:spLocks noGrp="1"/>
          </p:cNvSpPr>
          <p:nvPr>
            <p:ph type="title"/>
          </p:nvPr>
        </p:nvSpPr>
        <p:spPr/>
        <p:txBody>
          <a:bodyPr>
            <a:normAutofit/>
          </a:bodyPr>
          <a:lstStyle/>
          <a:p>
            <a:r>
              <a:rPr lang="en-GB" dirty="0"/>
              <a:t>Processing </a:t>
            </a:r>
            <a:r>
              <a:rPr lang="en-GB" u="sng" dirty="0"/>
              <a:t>with</a:t>
            </a:r>
            <a:r>
              <a:rPr lang="en-GB" dirty="0"/>
              <a:t> the exit active</a:t>
            </a:r>
          </a:p>
        </p:txBody>
      </p:sp>
      <p:sp>
        <p:nvSpPr>
          <p:cNvPr id="4" name="Slide Number Placeholder 3">
            <a:extLst>
              <a:ext uri="{FF2B5EF4-FFF2-40B4-BE49-F238E27FC236}">
                <a16:creationId xmlns:a16="http://schemas.microsoft.com/office/drawing/2014/main" id="{D49D51AB-56C7-9DC1-32B6-F9AB2EE330B6}"/>
              </a:ext>
            </a:extLst>
          </p:cNvPr>
          <p:cNvSpPr>
            <a:spLocks noGrp="1"/>
          </p:cNvSpPr>
          <p:nvPr>
            <p:ph type="sldNum" sz="quarter" idx="4"/>
          </p:nvPr>
        </p:nvSpPr>
        <p:spPr/>
        <p:txBody>
          <a:bodyPr/>
          <a:lstStyle/>
          <a:p>
            <a:fld id="{5F4730B7-9024-F145-844A-A9961A63A2B3}" type="slidenum">
              <a:rPr lang="en-US" smtClean="0"/>
              <a:pPr/>
              <a:t>19</a:t>
            </a:fld>
            <a:endParaRPr lang="en-US" dirty="0"/>
          </a:p>
        </p:txBody>
      </p:sp>
      <p:sp>
        <p:nvSpPr>
          <p:cNvPr id="5" name="Footer Placeholder 4">
            <a:extLst>
              <a:ext uri="{FF2B5EF4-FFF2-40B4-BE49-F238E27FC236}">
                <a16:creationId xmlns:a16="http://schemas.microsoft.com/office/drawing/2014/main" id="{AE2E85CB-35AC-D677-D5AF-020612C869F1}"/>
              </a:ext>
            </a:extLst>
          </p:cNvPr>
          <p:cNvSpPr>
            <a:spLocks noGrp="1"/>
          </p:cNvSpPr>
          <p:nvPr>
            <p:ph type="ftr" sz="quarter" idx="3"/>
          </p:nvPr>
        </p:nvSpPr>
        <p:spPr/>
        <p:txBody>
          <a:bodyPr/>
          <a:lstStyle/>
          <a:p>
            <a:r>
              <a:rPr lang="en-US"/>
              <a:t>IBM CICS sample: XFCREQ </a:t>
            </a:r>
            <a:endParaRPr lang="en-US" dirty="0"/>
          </a:p>
        </p:txBody>
      </p:sp>
      <p:sp>
        <p:nvSpPr>
          <p:cNvPr id="14" name="Rectangle 13">
            <a:extLst>
              <a:ext uri="{FF2B5EF4-FFF2-40B4-BE49-F238E27FC236}">
                <a16:creationId xmlns:a16="http://schemas.microsoft.com/office/drawing/2014/main" id="{191F60BB-39A5-EDDF-105C-F105706DAECC}"/>
              </a:ext>
            </a:extLst>
          </p:cNvPr>
          <p:cNvSpPr/>
          <p:nvPr/>
        </p:nvSpPr>
        <p:spPr>
          <a:xfrm>
            <a:off x="734312" y="2443883"/>
            <a:ext cx="22913788" cy="99934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3AF67E31-C6F8-3569-D669-7ED2E0CC4F9D}"/>
              </a:ext>
            </a:extLst>
          </p:cNvPr>
          <p:cNvSpPr txBox="1"/>
          <p:nvPr/>
        </p:nvSpPr>
        <p:spPr>
          <a:xfrm>
            <a:off x="950259" y="2484319"/>
            <a:ext cx="7440706" cy="11819711"/>
          </a:xfrm>
          <a:prstGeom prst="rect">
            <a:avLst/>
          </a:prstGeom>
          <a:noFill/>
        </p:spPr>
        <p:txBody>
          <a:bodyPr wrap="square">
            <a:spAutoFit/>
          </a:bodyPr>
          <a:lstStyle/>
          <a:p>
            <a:pPr>
              <a:lnSpc>
                <a:spcPct val="150000"/>
              </a:lnSpc>
            </a:pPr>
            <a:r>
              <a:rPr lang="en-GB" sz="3200" b="0" i="0" dirty="0">
                <a:ln>
                  <a:solidFill>
                    <a:schemeClr val="accent1"/>
                  </a:solidFill>
                </a:ln>
                <a:latin typeface="Helvetica Neue for IBM Roman" charset="0"/>
                <a:ea typeface="Helvetica Neue for IBM Roman" charset="0"/>
                <a:cs typeface="Helvetica Neue for IBM Roman" charset="0"/>
              </a:rPr>
              <a:t>ABCD task starts</a:t>
            </a:r>
          </a:p>
          <a:p>
            <a:pPr marL="342900" indent="-342900">
              <a:lnSpc>
                <a:spcPct val="150000"/>
              </a:lnSpc>
              <a:buFont typeface="Wingdings" panose="05000000000000000000" pitchFamily="2" charset="2"/>
              <a:buChar char="Ø"/>
            </a:pPr>
            <a:r>
              <a:rPr lang="en-GB" sz="3200" dirty="0">
                <a:ln>
                  <a:solidFill>
                    <a:schemeClr val="accent1"/>
                  </a:solidFill>
                </a:ln>
                <a:latin typeface="Helvetica Neue for IBM Roman" charset="0"/>
                <a:ea typeface="Helvetica Neue for IBM Roman" charset="0"/>
                <a:cs typeface="Helvetica Neue for IBM Roman" charset="0"/>
              </a:rPr>
              <a:t>Executes initial business logic</a:t>
            </a:r>
          </a:p>
          <a:p>
            <a:pPr marL="342900" indent="-342900">
              <a:lnSpc>
                <a:spcPct val="150000"/>
              </a:lnSpc>
              <a:buFont typeface="Wingdings" panose="05000000000000000000" pitchFamily="2" charset="2"/>
              <a:buChar char="Ø"/>
            </a:pPr>
            <a:r>
              <a:rPr lang="en-GB" sz="3200" b="0" i="0" dirty="0">
                <a:ln>
                  <a:solidFill>
                    <a:schemeClr val="accent1"/>
                  </a:solidFill>
                </a:ln>
                <a:latin typeface="Helvetica Neue for IBM Roman" charset="0"/>
                <a:ea typeface="Helvetica Neue for IBM Roman" charset="0"/>
                <a:cs typeface="Helvetica Neue for IBM Roman" charset="0"/>
              </a:rPr>
              <a:t>EXEC CICS READ FILE(SMPFILE1)</a:t>
            </a:r>
          </a:p>
          <a:p>
            <a:pPr>
              <a:lnSpc>
                <a:spcPct val="150000"/>
              </a:lnSpc>
            </a:pPr>
            <a:r>
              <a:rPr lang="en-GB" sz="3200" dirty="0">
                <a:ln>
                  <a:solidFill>
                    <a:schemeClr val="accent1"/>
                  </a:solidFill>
                </a:ln>
                <a:latin typeface="Helvetica Neue for IBM Roman" charset="0"/>
                <a:ea typeface="Helvetica Neue for IBM Roman" charset="0"/>
                <a:cs typeface="Helvetica Neue for IBM Roman" charset="0"/>
              </a:rPr>
              <a:t>&lt;Program suspends&gt;</a:t>
            </a:r>
          </a:p>
          <a:p>
            <a:pPr>
              <a:lnSpc>
                <a:spcPct val="150000"/>
              </a:lnSpc>
            </a:pPr>
            <a:endParaRPr lang="en-GB" sz="3200" dirty="0">
              <a:ln>
                <a:solidFill>
                  <a:schemeClr val="accent1"/>
                </a:solidFill>
              </a:ln>
              <a:latin typeface="Helvetica Neue for IBM Roman" charset="0"/>
              <a:ea typeface="Helvetica Neue for IBM Roman" charset="0"/>
              <a:cs typeface="Helvetica Neue for IBM Roman" charset="0"/>
            </a:endParaRPr>
          </a:p>
          <a:p>
            <a:pPr>
              <a:lnSpc>
                <a:spcPct val="150000"/>
              </a:lnSpc>
            </a:pPr>
            <a:endParaRPr lang="en-GB" sz="3200" dirty="0">
              <a:ln>
                <a:solidFill>
                  <a:schemeClr val="accent1"/>
                </a:solidFill>
              </a:ln>
              <a:latin typeface="Helvetica Neue for IBM Roman" charset="0"/>
              <a:ea typeface="Helvetica Neue for IBM Roman" charset="0"/>
              <a:cs typeface="Helvetica Neue for IBM Roman" charset="0"/>
            </a:endParaRPr>
          </a:p>
          <a:p>
            <a:pPr>
              <a:lnSpc>
                <a:spcPct val="150000"/>
              </a:lnSpc>
            </a:pPr>
            <a:endParaRPr lang="en-GB" sz="3200" dirty="0">
              <a:ln>
                <a:solidFill>
                  <a:schemeClr val="accent1"/>
                </a:solidFill>
              </a:ln>
              <a:latin typeface="Helvetica Neue for IBM Roman" charset="0"/>
              <a:ea typeface="Helvetica Neue for IBM Roman" charset="0"/>
              <a:cs typeface="Helvetica Neue for IBM Roman" charset="0"/>
            </a:endParaRPr>
          </a:p>
          <a:p>
            <a:pPr>
              <a:lnSpc>
                <a:spcPct val="150000"/>
              </a:lnSpc>
            </a:pPr>
            <a:endParaRPr lang="en-GB" sz="3200" dirty="0">
              <a:ln>
                <a:solidFill>
                  <a:schemeClr val="accent1"/>
                </a:solidFill>
              </a:ln>
              <a:latin typeface="Helvetica Neue for IBM Roman" charset="0"/>
              <a:ea typeface="Helvetica Neue for IBM Roman" charset="0"/>
              <a:cs typeface="Helvetica Neue for IBM Roman" charset="0"/>
            </a:endParaRPr>
          </a:p>
          <a:p>
            <a:pPr>
              <a:lnSpc>
                <a:spcPct val="150000"/>
              </a:lnSpc>
            </a:pPr>
            <a:endParaRPr lang="en-GB" sz="3200" dirty="0">
              <a:ln>
                <a:solidFill>
                  <a:schemeClr val="accent1"/>
                </a:solidFill>
              </a:ln>
              <a:latin typeface="Helvetica Neue for IBM Roman" charset="0"/>
              <a:ea typeface="Helvetica Neue for IBM Roman" charset="0"/>
              <a:cs typeface="Helvetica Neue for IBM Roman" charset="0"/>
            </a:endParaRPr>
          </a:p>
          <a:p>
            <a:pPr>
              <a:lnSpc>
                <a:spcPct val="150000"/>
              </a:lnSpc>
            </a:pPr>
            <a:endParaRPr lang="en-GB" sz="3200" dirty="0">
              <a:ln>
                <a:solidFill>
                  <a:schemeClr val="accent1"/>
                </a:solidFill>
              </a:ln>
              <a:latin typeface="Helvetica Neue for IBM Roman" charset="0"/>
              <a:ea typeface="Helvetica Neue for IBM Roman" charset="0"/>
              <a:cs typeface="Helvetica Neue for IBM Roman" charset="0"/>
            </a:endParaRPr>
          </a:p>
          <a:p>
            <a:pPr>
              <a:lnSpc>
                <a:spcPct val="150000"/>
              </a:lnSpc>
            </a:pPr>
            <a:r>
              <a:rPr lang="en-GB" sz="3200" dirty="0">
                <a:ln>
                  <a:solidFill>
                    <a:schemeClr val="accent1"/>
                  </a:solidFill>
                </a:ln>
                <a:latin typeface="Helvetica Neue for IBM Roman" charset="0"/>
                <a:ea typeface="Helvetica Neue for IBM Roman" charset="0"/>
                <a:cs typeface="Helvetica Neue for IBM Roman" charset="0"/>
              </a:rPr>
              <a:t>&lt;Program resumes&gt; </a:t>
            </a:r>
          </a:p>
          <a:p>
            <a:pPr marL="457200" indent="-457200">
              <a:lnSpc>
                <a:spcPct val="150000"/>
              </a:lnSpc>
              <a:buFont typeface="Wingdings" panose="05000000000000000000" pitchFamily="2" charset="2"/>
              <a:buChar char="Ø"/>
            </a:pPr>
            <a:r>
              <a:rPr lang="en-GB" sz="3200" dirty="0">
                <a:ln>
                  <a:solidFill>
                    <a:schemeClr val="accent1"/>
                  </a:solidFill>
                </a:ln>
                <a:latin typeface="Helvetica Neue for IBM Roman" charset="0"/>
                <a:ea typeface="Helvetica Neue for IBM Roman" charset="0"/>
                <a:cs typeface="Helvetica Neue for IBM Roman" charset="0"/>
              </a:rPr>
              <a:t>Processing continues</a:t>
            </a:r>
          </a:p>
          <a:p>
            <a:pPr>
              <a:lnSpc>
                <a:spcPct val="150000"/>
              </a:lnSpc>
            </a:pPr>
            <a:r>
              <a:rPr lang="en-GB" sz="3200" dirty="0">
                <a:ln>
                  <a:solidFill>
                    <a:schemeClr val="accent1"/>
                  </a:solidFill>
                </a:ln>
                <a:latin typeface="Helvetica Neue for IBM Roman" charset="0"/>
                <a:ea typeface="Helvetica Neue for IBM Roman" charset="0"/>
                <a:cs typeface="Helvetica Neue for IBM Roman" charset="0"/>
              </a:rPr>
              <a:t>ABCD task ends</a:t>
            </a:r>
          </a:p>
          <a:p>
            <a:pPr>
              <a:lnSpc>
                <a:spcPct val="150000"/>
              </a:lnSpc>
            </a:pPr>
            <a:endParaRPr lang="en-GB" sz="3200" dirty="0">
              <a:ln>
                <a:solidFill>
                  <a:schemeClr val="accent1"/>
                </a:solidFill>
              </a:ln>
              <a:latin typeface="Helvetica Neue for IBM Roman" charset="0"/>
              <a:ea typeface="Helvetica Neue for IBM Roman" charset="0"/>
              <a:cs typeface="Helvetica Neue for IBM Roman" charset="0"/>
            </a:endParaRPr>
          </a:p>
          <a:p>
            <a:pPr>
              <a:lnSpc>
                <a:spcPct val="150000"/>
              </a:lnSpc>
            </a:pPr>
            <a:endParaRPr lang="en-GB" sz="3200" b="0" i="0" dirty="0">
              <a:ln>
                <a:solidFill>
                  <a:schemeClr val="accent1"/>
                </a:solidFill>
              </a:ln>
              <a:latin typeface="Helvetica Neue for IBM Roman" charset="0"/>
              <a:ea typeface="Helvetica Neue for IBM Roman" charset="0"/>
              <a:cs typeface="Helvetica Neue for IBM Roman" charset="0"/>
            </a:endParaRPr>
          </a:p>
          <a:p>
            <a:pPr marL="342900" indent="-342900">
              <a:lnSpc>
                <a:spcPct val="150000"/>
              </a:lnSpc>
              <a:buFont typeface="Wingdings" panose="05000000000000000000" pitchFamily="2" charset="2"/>
              <a:buChar char="Ø"/>
            </a:pPr>
            <a:endParaRPr lang="en-GB" sz="3200" b="0" i="0" dirty="0">
              <a:ln>
                <a:solidFill>
                  <a:schemeClr val="accent1"/>
                </a:solidFill>
              </a:ln>
              <a:latin typeface="Helvetica Neue for IBM Roman" charset="0"/>
              <a:ea typeface="Helvetica Neue for IBM Roman" charset="0"/>
              <a:cs typeface="Helvetica Neue for IBM Roman" charset="0"/>
            </a:endParaRPr>
          </a:p>
        </p:txBody>
      </p:sp>
      <p:sp>
        <p:nvSpPr>
          <p:cNvPr id="17" name="Arrow: Right 16">
            <a:extLst>
              <a:ext uri="{FF2B5EF4-FFF2-40B4-BE49-F238E27FC236}">
                <a16:creationId xmlns:a16="http://schemas.microsoft.com/office/drawing/2014/main" id="{62DF5D3F-BACC-4A56-CE19-6F555216CEEB}"/>
              </a:ext>
            </a:extLst>
          </p:cNvPr>
          <p:cNvSpPr/>
          <p:nvPr/>
        </p:nvSpPr>
        <p:spPr>
          <a:xfrm rot="10800000">
            <a:off x="8390963" y="9965069"/>
            <a:ext cx="4715435" cy="10617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CF502F66-4F64-EC07-84F0-F3F79A465D2A}"/>
              </a:ext>
            </a:extLst>
          </p:cNvPr>
          <p:cNvSpPr txBox="1"/>
          <p:nvPr/>
        </p:nvSpPr>
        <p:spPr>
          <a:xfrm>
            <a:off x="14343529" y="4052047"/>
            <a:ext cx="8229064" cy="7109639"/>
          </a:xfrm>
          <a:prstGeom prst="rect">
            <a:avLst/>
          </a:prstGeom>
          <a:noFill/>
        </p:spPr>
        <p:txBody>
          <a:bodyPr wrap="square" rtlCol="0">
            <a:spAutoFit/>
          </a:bodyPr>
          <a:lstStyle/>
          <a:p>
            <a:r>
              <a:rPr lang="en-GB" sz="2400" b="0" i="0" dirty="0">
                <a:latin typeface="Helvetica Neue for IBM Roman" charset="0"/>
                <a:ea typeface="Helvetica Neue for IBM Roman" charset="0"/>
                <a:cs typeface="Helvetica Neue for IBM Roman" charset="0"/>
              </a:rPr>
              <a:t>CICS FILE CONTROL invoke passing in parameters:</a:t>
            </a:r>
          </a:p>
          <a:p>
            <a:pPr marL="342900" indent="-342900">
              <a:buFontTx/>
              <a:buChar char="-"/>
            </a:pPr>
            <a:r>
              <a:rPr lang="en-GB" sz="2400" dirty="0">
                <a:latin typeface="Helvetica Neue for IBM Roman" charset="0"/>
                <a:ea typeface="Helvetica Neue for IBM Roman" charset="0"/>
                <a:cs typeface="Helvetica Neue for IBM Roman" charset="0"/>
              </a:rPr>
              <a:t>FILENAME</a:t>
            </a:r>
          </a:p>
          <a:p>
            <a:pPr marL="342900" indent="-342900">
              <a:buFontTx/>
              <a:buChar char="-"/>
            </a:pPr>
            <a:r>
              <a:rPr lang="en-GB" sz="2400" dirty="0">
                <a:latin typeface="Helvetica Neue for IBM Roman" charset="0"/>
                <a:ea typeface="Helvetica Neue for IBM Roman" charset="0"/>
                <a:cs typeface="Helvetica Neue for IBM Roman" charset="0"/>
              </a:rPr>
              <a:t>Key of record</a:t>
            </a:r>
          </a:p>
          <a:p>
            <a:pPr marL="342900" indent="-342900">
              <a:buFontTx/>
              <a:buChar char="-"/>
            </a:pPr>
            <a:r>
              <a:rPr lang="en-GB" sz="2400" dirty="0">
                <a:latin typeface="Helvetica Neue for IBM Roman" charset="0"/>
                <a:ea typeface="Helvetica Neue for IBM Roman" charset="0"/>
                <a:cs typeface="Helvetica Neue for IBM Roman" charset="0"/>
              </a:rPr>
              <a:t>Input/output area</a:t>
            </a:r>
          </a:p>
          <a:p>
            <a:pPr marL="342900" indent="-342900">
              <a:buFontTx/>
              <a:buChar char="-"/>
            </a:pPr>
            <a:r>
              <a:rPr lang="en-GB" sz="2400" dirty="0">
                <a:latin typeface="Helvetica Neue for IBM Roman" charset="0"/>
                <a:ea typeface="Helvetica Neue for IBM Roman" charset="0"/>
                <a:cs typeface="Helvetica Neue for IBM Roman" charset="0"/>
              </a:rPr>
              <a:t>Other parameters</a:t>
            </a:r>
          </a:p>
          <a:p>
            <a:pPr marL="342900" indent="-342900">
              <a:buFontTx/>
              <a:buChar char="-"/>
            </a:pPr>
            <a:endParaRPr lang="en-GB" sz="2400" dirty="0">
              <a:latin typeface="Helvetica Neue for IBM Roman" charset="0"/>
              <a:ea typeface="Helvetica Neue for IBM Roman" charset="0"/>
              <a:cs typeface="Helvetica Neue for IBM Roman" charset="0"/>
            </a:endParaRPr>
          </a:p>
          <a:p>
            <a:r>
              <a:rPr lang="en-GB" sz="2400" dirty="0">
                <a:latin typeface="Helvetica Neue for IBM Roman" charset="0"/>
                <a:ea typeface="Helvetica Neue for IBM Roman" charset="0"/>
                <a:cs typeface="Helvetica Neue for IBM Roman" charset="0"/>
              </a:rPr>
              <a:t>XFCREQ exit called passing parameter list.</a:t>
            </a:r>
          </a:p>
          <a:p>
            <a:pPr marL="342900" indent="-342900">
              <a:buFont typeface="Wingdings" panose="05000000000000000000" pitchFamily="2" charset="2"/>
              <a:buChar char="§"/>
            </a:pPr>
            <a:r>
              <a:rPr lang="en-GB" sz="2400" dirty="0">
                <a:latin typeface="Helvetica Neue for IBM Roman" charset="0"/>
                <a:ea typeface="Helvetica Neue for IBM Roman" charset="0"/>
                <a:cs typeface="Helvetica Neue for IBM Roman" charset="0"/>
              </a:rPr>
              <a:t>Exit program checks if first file request by task</a:t>
            </a:r>
          </a:p>
          <a:p>
            <a:pPr marL="1256477" lvl="1" indent="-342900">
              <a:buFont typeface="Wingdings" panose="05000000000000000000" pitchFamily="2" charset="2"/>
              <a:buChar char="§"/>
            </a:pPr>
            <a:r>
              <a:rPr lang="en-GB" sz="2400" dirty="0">
                <a:latin typeface="Helvetica Neue for IBM Roman" charset="0"/>
                <a:ea typeface="Helvetica Neue for IBM Roman" charset="0"/>
                <a:cs typeface="Helvetica Neue for IBM Roman" charset="0"/>
              </a:rPr>
              <a:t>Checks GWA to determine FILESET to use (A)</a:t>
            </a:r>
          </a:p>
          <a:p>
            <a:pPr marL="1256477" lvl="1" indent="-342900">
              <a:buFont typeface="Wingdings" panose="05000000000000000000" pitchFamily="2" charset="2"/>
              <a:buChar char="§"/>
            </a:pPr>
            <a:r>
              <a:rPr lang="en-GB" sz="2400" dirty="0">
                <a:latin typeface="Helvetica Neue for IBM Roman" charset="0"/>
                <a:ea typeface="Helvetica Neue for IBM Roman" charset="0"/>
                <a:cs typeface="Helvetica Neue for IBM Roman" charset="0"/>
              </a:rPr>
              <a:t>FILESET A saved in task specific area</a:t>
            </a:r>
          </a:p>
          <a:p>
            <a:pPr marL="342900" indent="-342900">
              <a:buFont typeface="Wingdings" panose="05000000000000000000" pitchFamily="2" charset="2"/>
              <a:buChar char="§"/>
            </a:pPr>
            <a:r>
              <a:rPr lang="en-GB" sz="2400" dirty="0">
                <a:latin typeface="Helvetica Neue for IBM Roman" charset="0"/>
                <a:ea typeface="Helvetica Neue for IBM Roman" charset="0"/>
                <a:cs typeface="Helvetica Neue for IBM Roman" charset="0"/>
              </a:rPr>
              <a:t>Scan list of eligible files</a:t>
            </a:r>
          </a:p>
          <a:p>
            <a:pPr marL="1256477" lvl="1" indent="-342900">
              <a:buFont typeface="Wingdings" panose="05000000000000000000" pitchFamily="2" charset="2"/>
              <a:buChar char="§"/>
            </a:pPr>
            <a:r>
              <a:rPr lang="en-GB" sz="2400" dirty="0">
                <a:latin typeface="Helvetica Neue for IBM Roman" charset="0"/>
                <a:ea typeface="Helvetica Neue for IBM Roman" charset="0"/>
                <a:cs typeface="Helvetica Neue for IBM Roman" charset="0"/>
              </a:rPr>
              <a:t>Find SMPFILE1 in list.</a:t>
            </a:r>
          </a:p>
          <a:p>
            <a:pPr marL="1256477" lvl="1" indent="-342900">
              <a:buFont typeface="Wingdings" panose="05000000000000000000" pitchFamily="2" charset="2"/>
              <a:buChar char="§"/>
            </a:pPr>
            <a:r>
              <a:rPr lang="en-GB" sz="2400" dirty="0">
                <a:latin typeface="Helvetica Neue for IBM Roman" charset="0"/>
                <a:ea typeface="Helvetica Neue for IBM Roman" charset="0"/>
                <a:cs typeface="Helvetica Neue for IBM Roman" charset="0"/>
              </a:rPr>
              <a:t>Check FILESET to use (A)</a:t>
            </a:r>
          </a:p>
          <a:p>
            <a:pPr marL="1256477" lvl="1" indent="-342900">
              <a:buFont typeface="Wingdings" panose="05000000000000000000" pitchFamily="2" charset="2"/>
              <a:buChar char="§"/>
            </a:pPr>
            <a:r>
              <a:rPr lang="en-GB" sz="2400" dirty="0">
                <a:latin typeface="Helvetica Neue for IBM Roman" charset="0"/>
                <a:ea typeface="Helvetica Neue for IBM Roman" charset="0"/>
                <a:cs typeface="Helvetica Neue for IBM Roman" charset="0"/>
              </a:rPr>
              <a:t>Changes FILE name to £MPFILE1</a:t>
            </a:r>
          </a:p>
          <a:p>
            <a:endParaRPr lang="en-GB" sz="2400" b="0" i="0" dirty="0">
              <a:latin typeface="Helvetica Neue for IBM Roman" charset="0"/>
              <a:ea typeface="Helvetica Neue for IBM Roman" charset="0"/>
              <a:cs typeface="Helvetica Neue for IBM Roman" charset="0"/>
            </a:endParaRPr>
          </a:p>
          <a:p>
            <a:endParaRPr lang="en-GB" sz="2400" b="0" i="0" dirty="0">
              <a:latin typeface="Helvetica Neue for IBM Roman" charset="0"/>
              <a:ea typeface="Helvetica Neue for IBM Roman" charset="0"/>
              <a:cs typeface="Helvetica Neue for IBM Roman" charset="0"/>
            </a:endParaRPr>
          </a:p>
          <a:p>
            <a:r>
              <a:rPr lang="en-GB" sz="2400" dirty="0">
                <a:latin typeface="Helvetica Neue for IBM Roman" charset="0"/>
                <a:ea typeface="Helvetica Neue for IBM Roman" charset="0"/>
                <a:cs typeface="Helvetica Neue for IBM Roman" charset="0"/>
              </a:rPr>
              <a:t>RESPONSE RETURNED TO TASK: </a:t>
            </a:r>
          </a:p>
          <a:p>
            <a:r>
              <a:rPr lang="en-GB" sz="2400" b="1" i="0" dirty="0">
                <a:latin typeface="Helvetica Neue for IBM Roman" charset="0"/>
                <a:ea typeface="Helvetica Neue for IBM Roman" charset="0"/>
                <a:cs typeface="Helvetica Neue for IBM Roman" charset="0"/>
              </a:rPr>
              <a:t>Note: Task is </a:t>
            </a:r>
            <a:r>
              <a:rPr lang="en-GB" sz="2400" b="1" dirty="0">
                <a:latin typeface="Helvetica Neue for IBM Roman" charset="0"/>
                <a:ea typeface="Helvetica Neue for IBM Roman" charset="0"/>
                <a:cs typeface="Helvetica Neue for IBM Roman" charset="0"/>
              </a:rPr>
              <a:t>un</a:t>
            </a:r>
            <a:r>
              <a:rPr lang="en-GB" sz="2400" b="1" i="0" dirty="0">
                <a:latin typeface="Helvetica Neue for IBM Roman" charset="0"/>
                <a:ea typeface="Helvetica Neue for IBM Roman" charset="0"/>
                <a:cs typeface="Helvetica Neue for IBM Roman" charset="0"/>
              </a:rPr>
              <a:t>a</a:t>
            </a:r>
            <a:r>
              <a:rPr lang="en-GB" sz="2400" b="1" dirty="0">
                <a:latin typeface="Helvetica Neue for IBM Roman" charset="0"/>
                <a:ea typeface="Helvetica Neue for IBM Roman" charset="0"/>
                <a:cs typeface="Helvetica Neue for IBM Roman" charset="0"/>
              </a:rPr>
              <a:t>ware that the request has been redirected to £MPFILE1. </a:t>
            </a:r>
            <a:endParaRPr lang="en-GB" sz="2400" b="1" i="0" dirty="0">
              <a:latin typeface="Helvetica Neue for IBM Roman" charset="0"/>
              <a:ea typeface="Helvetica Neue for IBM Roman" charset="0"/>
              <a:cs typeface="Helvetica Neue for IBM Roman" charset="0"/>
            </a:endParaRPr>
          </a:p>
        </p:txBody>
      </p:sp>
      <p:sp>
        <p:nvSpPr>
          <p:cNvPr id="19" name="Arrow: Right 18">
            <a:extLst>
              <a:ext uri="{FF2B5EF4-FFF2-40B4-BE49-F238E27FC236}">
                <a16:creationId xmlns:a16="http://schemas.microsoft.com/office/drawing/2014/main" id="{7B23A0A5-6120-E83D-A4F4-308C15372AD6}"/>
              </a:ext>
            </a:extLst>
          </p:cNvPr>
          <p:cNvSpPr/>
          <p:nvPr/>
        </p:nvSpPr>
        <p:spPr>
          <a:xfrm>
            <a:off x="8543365" y="4067406"/>
            <a:ext cx="4715435" cy="10617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94281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A4A79-EA78-DFDE-7A72-20FC1C0AD31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F25B64-DB90-6124-F870-E851AF4B7BB2}"/>
              </a:ext>
            </a:extLst>
          </p:cNvPr>
          <p:cNvSpPr>
            <a:spLocks noGrp="1"/>
          </p:cNvSpPr>
          <p:nvPr>
            <p:ph type="sldNum" sz="quarter" idx="4"/>
          </p:nvPr>
        </p:nvSpPr>
        <p:spPr/>
        <p:txBody>
          <a:bodyPr/>
          <a:lstStyle/>
          <a:p>
            <a:fld id="{5F4730B7-9024-F145-844A-A9961A63A2B3}" type="slidenum">
              <a:rPr lang="en-US" smtClean="0"/>
              <a:pPr/>
              <a:t>20</a:t>
            </a:fld>
            <a:endParaRPr lang="en-US" dirty="0"/>
          </a:p>
        </p:txBody>
      </p:sp>
      <p:sp>
        <p:nvSpPr>
          <p:cNvPr id="5" name="Footer Placeholder 4">
            <a:extLst>
              <a:ext uri="{FF2B5EF4-FFF2-40B4-BE49-F238E27FC236}">
                <a16:creationId xmlns:a16="http://schemas.microsoft.com/office/drawing/2014/main" id="{3FC30427-F72B-7BF7-2742-DE1DDE333260}"/>
              </a:ext>
            </a:extLst>
          </p:cNvPr>
          <p:cNvSpPr>
            <a:spLocks noGrp="1"/>
          </p:cNvSpPr>
          <p:nvPr>
            <p:ph type="ftr" sz="quarter" idx="3"/>
          </p:nvPr>
        </p:nvSpPr>
        <p:spPr/>
        <p:txBody>
          <a:bodyPr/>
          <a:lstStyle/>
          <a:p>
            <a:r>
              <a:rPr lang="en-US"/>
              <a:t>IBM CICS sample: XFCREQ </a:t>
            </a:r>
            <a:endParaRPr lang="en-US" dirty="0"/>
          </a:p>
        </p:txBody>
      </p:sp>
      <p:sp>
        <p:nvSpPr>
          <p:cNvPr id="7" name="Rectangle 6">
            <a:extLst>
              <a:ext uri="{FF2B5EF4-FFF2-40B4-BE49-F238E27FC236}">
                <a16:creationId xmlns:a16="http://schemas.microsoft.com/office/drawing/2014/main" id="{97658D7D-1AE5-0E79-7388-2399FB4F303F}"/>
              </a:ext>
            </a:extLst>
          </p:cNvPr>
          <p:cNvSpPr/>
          <p:nvPr/>
        </p:nvSpPr>
        <p:spPr>
          <a:xfrm>
            <a:off x="734312" y="932329"/>
            <a:ext cx="22913788" cy="115050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5B33CA9E-EC74-2A8C-BF35-DA057DEA5AFA}"/>
              </a:ext>
            </a:extLst>
          </p:cNvPr>
          <p:cNvSpPr txBox="1"/>
          <p:nvPr/>
        </p:nvSpPr>
        <p:spPr>
          <a:xfrm>
            <a:off x="1272988" y="1685365"/>
            <a:ext cx="22375112" cy="11264622"/>
          </a:xfrm>
          <a:prstGeom prst="rect">
            <a:avLst/>
          </a:prstGeom>
          <a:noFill/>
        </p:spPr>
        <p:txBody>
          <a:bodyPr wrap="square" rtlCol="0">
            <a:spAutoFit/>
          </a:bodyPr>
          <a:lstStyle/>
          <a:p>
            <a:pPr>
              <a:lnSpc>
                <a:spcPct val="150000"/>
              </a:lnSpc>
            </a:pPr>
            <a:r>
              <a:rPr lang="en-GB" sz="3600" b="0" i="0" dirty="0">
                <a:latin typeface="Helvetica Neue for IBM Roman" charset="0"/>
                <a:ea typeface="Helvetica Neue for IBM Roman" charset="0"/>
                <a:cs typeface="Helvetica Neue for IBM Roman" charset="0"/>
              </a:rPr>
              <a:t>ABCD task starts</a:t>
            </a: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Executes initial business logic</a:t>
            </a:r>
          </a:p>
          <a:p>
            <a:pPr marL="342900" indent="-342900">
              <a:lnSpc>
                <a:spcPct val="150000"/>
              </a:lnSpc>
              <a:buFont typeface="Wingdings" panose="05000000000000000000" pitchFamily="2" charset="2"/>
              <a:buChar char="Ø"/>
            </a:pPr>
            <a:r>
              <a:rPr lang="en-GB" sz="3600" b="0" i="0" dirty="0">
                <a:latin typeface="Helvetica Neue for IBM Roman" charset="0"/>
                <a:ea typeface="Helvetica Neue for IBM Roman" charset="0"/>
                <a:cs typeface="Helvetica Neue for IBM Roman" charset="0"/>
              </a:rPr>
              <a:t>EXEC CICS READ FILE(SMPFILE1)				- Redirected to £MPFILE1	</a:t>
            </a: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Analyse data received</a:t>
            </a:r>
          </a:p>
          <a:p>
            <a:pPr marL="342900" indent="-342900">
              <a:lnSpc>
                <a:spcPct val="150000"/>
              </a:lnSpc>
              <a:buFont typeface="Wingdings" panose="05000000000000000000" pitchFamily="2" charset="2"/>
              <a:buChar char="Ø"/>
            </a:pPr>
            <a:r>
              <a:rPr lang="en-GB" sz="3600" b="0" i="0" dirty="0">
                <a:latin typeface="Helvetica Neue for IBM Roman" charset="0"/>
                <a:ea typeface="Helvetica Neue for IBM Roman" charset="0"/>
                <a:cs typeface="Helvetica Neue for IBM Roman" charset="0"/>
              </a:rPr>
              <a:t>EXEC CICS READ FILE(</a:t>
            </a:r>
            <a:r>
              <a:rPr lang="en-GB" sz="3600" dirty="0">
                <a:latin typeface="Helvetica Neue for IBM Roman" charset="0"/>
                <a:ea typeface="Helvetica Neue for IBM Roman" charset="0"/>
                <a:cs typeface="Helvetica Neue for IBM Roman" charset="0"/>
              </a:rPr>
              <a:t>SMPFILE2)				 - Redirected to £MPFILE2</a:t>
            </a:r>
            <a:endParaRPr lang="en-GB" sz="3600" b="0" i="0" dirty="0">
              <a:latin typeface="Helvetica Neue for IBM Roman" charset="0"/>
              <a:ea typeface="Helvetica Neue for IBM Roman" charset="0"/>
              <a:cs typeface="Helvetica Neue for IBM Roman" charset="0"/>
            </a:endParaRP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 CICS READ FILE(SMFFILE4)				- not in list so not redirected</a:t>
            </a: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Execute business logic</a:t>
            </a:r>
          </a:p>
          <a:p>
            <a:pPr marL="342900" indent="-342900">
              <a:lnSpc>
                <a:spcPct val="150000"/>
              </a:lnSpc>
              <a:buFont typeface="Wingdings" panose="05000000000000000000" pitchFamily="2" charset="2"/>
              <a:buChar char="Ø"/>
            </a:pPr>
            <a:r>
              <a:rPr lang="en-GB" sz="3600" b="0" i="0" dirty="0">
                <a:latin typeface="Helvetica Neue for IBM Roman" charset="0"/>
                <a:ea typeface="Helvetica Neue for IBM Roman" charset="0"/>
                <a:cs typeface="Helvetica Neue for IBM Roman" charset="0"/>
              </a:rPr>
              <a:t>EXEC CICS READ UPDATE FILE(</a:t>
            </a:r>
            <a:r>
              <a:rPr lang="en-GB" sz="3600" dirty="0">
                <a:latin typeface="Helvetica Neue for IBM Roman" charset="0"/>
                <a:ea typeface="Helvetica Neue for IBM Roman" charset="0"/>
                <a:cs typeface="Helvetica Neue for IBM Roman" charset="0"/>
              </a:rPr>
              <a:t>SMPFILE3)			 - Redirected to £MPFILE3</a:t>
            </a:r>
            <a:endParaRPr lang="en-GB" sz="3600" b="0" i="0" dirty="0">
              <a:latin typeface="Helvetica Neue for IBM Roman" charset="0"/>
              <a:ea typeface="Helvetica Neue for IBM Roman" charset="0"/>
              <a:cs typeface="Helvetica Neue for IBM Roman" charset="0"/>
            </a:endParaRP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Execute business logic</a:t>
            </a:r>
            <a:endParaRPr lang="en-GB" sz="3600" b="0" i="0" dirty="0">
              <a:latin typeface="Helvetica Neue for IBM Roman" charset="0"/>
              <a:ea typeface="Helvetica Neue for IBM Roman" charset="0"/>
              <a:cs typeface="Helvetica Neue for IBM Roman" charset="0"/>
            </a:endParaRP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EXEC CICS REWRITE FILE(SMPFILE3)				 - Redirected to £MPFILE3</a:t>
            </a:r>
          </a:p>
          <a:p>
            <a:pPr marL="342900" indent="-342900">
              <a:lnSpc>
                <a:spcPct val="150000"/>
              </a:lnSpc>
              <a:buFont typeface="Wingdings" panose="05000000000000000000" pitchFamily="2" charset="2"/>
              <a:buChar char="Ø"/>
            </a:pPr>
            <a:r>
              <a:rPr lang="en-GB" sz="3600" b="0" i="0" dirty="0">
                <a:latin typeface="Helvetica Neue for IBM Roman" charset="0"/>
                <a:ea typeface="Helvetica Neue for IBM Roman" charset="0"/>
                <a:cs typeface="Helvetica Neue for IBM Roman" charset="0"/>
              </a:rPr>
              <a:t>EXEC CICS </a:t>
            </a:r>
            <a:r>
              <a:rPr lang="en-GB" sz="3600" dirty="0">
                <a:latin typeface="Helvetica Neue for IBM Roman" charset="0"/>
                <a:ea typeface="Helvetica Neue for IBM Roman" charset="0"/>
                <a:cs typeface="Helvetica Neue for IBM Roman" charset="0"/>
              </a:rPr>
              <a:t>WRITE FILE(SMPFILE4)				- not in list so not redirected</a:t>
            </a:r>
          </a:p>
          <a:p>
            <a:pPr marL="342900" indent="-342900">
              <a:lnSpc>
                <a:spcPct val="150000"/>
              </a:lnSpc>
              <a:buFont typeface="Wingdings" panose="05000000000000000000" pitchFamily="2" charset="2"/>
              <a:buChar char="Ø"/>
            </a:pPr>
            <a:r>
              <a:rPr lang="en-GB" sz="3600" dirty="0">
                <a:latin typeface="Helvetica Neue for IBM Roman" charset="0"/>
                <a:ea typeface="Helvetica Neue for IBM Roman" charset="0"/>
                <a:cs typeface="Helvetica Neue for IBM Roman" charset="0"/>
              </a:rPr>
              <a:t>			</a:t>
            </a:r>
          </a:p>
          <a:p>
            <a:pPr>
              <a:lnSpc>
                <a:spcPct val="150000"/>
              </a:lnSpc>
            </a:pPr>
            <a:r>
              <a:rPr lang="en-GB" sz="3600" b="0" i="0" dirty="0">
                <a:latin typeface="Helvetica Neue for IBM Roman" charset="0"/>
                <a:ea typeface="Helvetica Neue for IBM Roman" charset="0"/>
                <a:cs typeface="Helvetica Neue for IBM Roman" charset="0"/>
              </a:rPr>
              <a:t>A</a:t>
            </a:r>
            <a:r>
              <a:rPr lang="en-GB" sz="3600" dirty="0">
                <a:latin typeface="Helvetica Neue for IBM Roman" charset="0"/>
                <a:ea typeface="Helvetica Neue for IBM Roman" charset="0"/>
                <a:cs typeface="Helvetica Neue for IBM Roman" charset="0"/>
              </a:rPr>
              <a:t>BCD task ends</a:t>
            </a:r>
            <a:endParaRPr lang="en-GB" sz="3600" b="0" i="0" dirty="0">
              <a:latin typeface="Helvetica Neue for IBM Roman" charset="0"/>
              <a:ea typeface="Helvetica Neue for IBM Roman" charset="0"/>
              <a:cs typeface="Helvetica Neue for IBM Roman" charset="0"/>
            </a:endParaRPr>
          </a:p>
          <a:p>
            <a:pPr marL="342900" indent="-342900">
              <a:buFont typeface="Wingdings" panose="05000000000000000000" pitchFamily="2" charset="2"/>
              <a:buChar char="Ø"/>
            </a:pPr>
            <a:endParaRPr lang="en-GB" sz="2400" b="0" i="0" dirty="0">
              <a:latin typeface="Helvetica Neue for IBM Roman" charset="0"/>
              <a:ea typeface="Helvetica Neue for IBM Roman" charset="0"/>
              <a:cs typeface="Helvetica Neue for IBM Roman" charset="0"/>
            </a:endParaRPr>
          </a:p>
        </p:txBody>
      </p:sp>
    </p:spTree>
    <p:extLst>
      <p:ext uri="{BB962C8B-B14F-4D97-AF65-F5344CB8AC3E}">
        <p14:creationId xmlns:p14="http://schemas.microsoft.com/office/powerpoint/2010/main" val="2272839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6382EC2-9902-29B7-C7C2-595E24EA1A77}"/>
              </a:ext>
            </a:extLst>
          </p:cNvPr>
          <p:cNvSpPr>
            <a:spLocks noGrp="1"/>
          </p:cNvSpPr>
          <p:nvPr>
            <p:ph type="body" sz="quarter" idx="11"/>
          </p:nvPr>
        </p:nvSpPr>
        <p:spPr/>
        <p:txBody>
          <a:bodyPr/>
          <a:lstStyle/>
          <a:p>
            <a:endParaRPr lang="en-GB"/>
          </a:p>
        </p:txBody>
      </p:sp>
      <p:sp>
        <p:nvSpPr>
          <p:cNvPr id="4" name="Title 3">
            <a:extLst>
              <a:ext uri="{FF2B5EF4-FFF2-40B4-BE49-F238E27FC236}">
                <a16:creationId xmlns:a16="http://schemas.microsoft.com/office/drawing/2014/main" id="{AB3791B0-E061-9B57-F378-EC2002F35BD3}"/>
              </a:ext>
            </a:extLst>
          </p:cNvPr>
          <p:cNvSpPr>
            <a:spLocks noGrp="1"/>
          </p:cNvSpPr>
          <p:nvPr>
            <p:ph type="title"/>
          </p:nvPr>
        </p:nvSpPr>
        <p:spPr/>
        <p:txBody>
          <a:bodyPr/>
          <a:lstStyle/>
          <a:p>
            <a:r>
              <a:rPr lang="en-GB" dirty="0"/>
              <a:t>notes</a:t>
            </a:r>
          </a:p>
        </p:txBody>
      </p:sp>
      <p:sp>
        <p:nvSpPr>
          <p:cNvPr id="2" name="Slide Number Placeholder 1">
            <a:extLst>
              <a:ext uri="{FF2B5EF4-FFF2-40B4-BE49-F238E27FC236}">
                <a16:creationId xmlns:a16="http://schemas.microsoft.com/office/drawing/2014/main" id="{8F5CA075-6E29-3C6E-393B-31706C8DECAB}"/>
              </a:ext>
            </a:extLst>
          </p:cNvPr>
          <p:cNvSpPr>
            <a:spLocks noGrp="1"/>
          </p:cNvSpPr>
          <p:nvPr>
            <p:ph type="sldNum" sz="quarter" idx="4"/>
          </p:nvPr>
        </p:nvSpPr>
        <p:spPr/>
        <p:txBody>
          <a:bodyPr/>
          <a:lstStyle/>
          <a:p>
            <a:fld id="{5F4730B7-9024-F145-844A-A9961A63A2B3}" type="slidenum">
              <a:rPr lang="en-US" smtClean="0"/>
              <a:pPr/>
              <a:t>21</a:t>
            </a:fld>
            <a:endParaRPr lang="en-US" dirty="0"/>
          </a:p>
        </p:txBody>
      </p:sp>
      <p:sp>
        <p:nvSpPr>
          <p:cNvPr id="3" name="Footer Placeholder 2">
            <a:extLst>
              <a:ext uri="{FF2B5EF4-FFF2-40B4-BE49-F238E27FC236}">
                <a16:creationId xmlns:a16="http://schemas.microsoft.com/office/drawing/2014/main" id="{E9917F63-CB8A-3AA8-429D-A893B44FAFE5}"/>
              </a:ext>
            </a:extLst>
          </p:cNvPr>
          <p:cNvSpPr>
            <a:spLocks noGrp="1"/>
          </p:cNvSpPr>
          <p:nvPr>
            <p:ph type="ftr" sz="quarter" idx="3"/>
          </p:nvPr>
        </p:nvSpPr>
        <p:spPr/>
        <p:txBody>
          <a:bodyPr/>
          <a:lstStyle/>
          <a:p>
            <a:r>
              <a:rPr lang="en-US"/>
              <a:t>IBM CICS sample: XFCREQ </a:t>
            </a:r>
            <a:endParaRPr lang="en-US" dirty="0"/>
          </a:p>
        </p:txBody>
      </p:sp>
      <p:sp>
        <p:nvSpPr>
          <p:cNvPr id="5" name="Text Placeholder 4">
            <a:extLst>
              <a:ext uri="{FF2B5EF4-FFF2-40B4-BE49-F238E27FC236}">
                <a16:creationId xmlns:a16="http://schemas.microsoft.com/office/drawing/2014/main" id="{162A6540-25C2-CBBD-CED2-B1E7AC4E57E7}"/>
              </a:ext>
            </a:extLst>
          </p:cNvPr>
          <p:cNvSpPr>
            <a:spLocks noGrp="1"/>
          </p:cNvSpPr>
          <p:nvPr>
            <p:ph type="body" sz="quarter" idx="10"/>
          </p:nvPr>
        </p:nvSpPr>
        <p:spPr/>
        <p:txBody>
          <a:bodyPr/>
          <a:lstStyle/>
          <a:p>
            <a:pPr marL="457200" indent="-457200">
              <a:buFont typeface="Wingdings" panose="05000000000000000000" pitchFamily="2" charset="2"/>
              <a:buChar char="Ø"/>
            </a:pPr>
            <a:r>
              <a:rPr lang="en-GB" dirty="0"/>
              <a:t>Multiple programs can be enabled at the XFCREQ exit point, so coexistence is necessary.</a:t>
            </a:r>
          </a:p>
          <a:p>
            <a:pPr marL="925200" lvl="1" indent="-457200">
              <a:buFont typeface="Wingdings" panose="05000000000000000000" pitchFamily="2" charset="2"/>
              <a:buChar char="Ø"/>
            </a:pPr>
            <a:r>
              <a:rPr lang="en-GB" dirty="0"/>
              <a:t>The exit was tested with multiple programs enabled at the XFCREQ exit point</a:t>
            </a:r>
          </a:p>
          <a:p>
            <a:pPr marL="457200" indent="-457200">
              <a:buFont typeface="Wingdings" panose="05000000000000000000" pitchFamily="2" charset="2"/>
              <a:buChar char="Ø"/>
            </a:pPr>
            <a:r>
              <a:rPr lang="en-GB" dirty="0"/>
              <a:t>Each program enabled at an exit point can request a Global Work Area (GWA)</a:t>
            </a:r>
          </a:p>
          <a:p>
            <a:pPr marL="457200" indent="-457200">
              <a:buFont typeface="Wingdings" panose="05000000000000000000" pitchFamily="2" charset="2"/>
              <a:buChar char="Ø"/>
            </a:pPr>
            <a:r>
              <a:rPr lang="en-GB" dirty="0"/>
              <a:t>The GWA is defined for the total period the Exit program is enabled.</a:t>
            </a:r>
          </a:p>
          <a:p>
            <a:pPr marL="457200" indent="-457200">
              <a:buFont typeface="Wingdings" panose="05000000000000000000" pitchFamily="2" charset="2"/>
              <a:buChar char="Ø"/>
            </a:pPr>
            <a:r>
              <a:rPr lang="en-GB" dirty="0"/>
              <a:t>The GWA must be initialised between the ENABLE and START of the program at the exit point</a:t>
            </a:r>
          </a:p>
          <a:p>
            <a:pPr marL="457200" indent="-457200">
              <a:buFont typeface="Wingdings" panose="05000000000000000000" pitchFamily="2" charset="2"/>
              <a:buChar char="Ø"/>
            </a:pPr>
            <a:r>
              <a:rPr lang="en-GB" dirty="0"/>
              <a:t>For this design, the FILESET to use, the substitution character used to change the FILENAME , and the list of eligible files are all stored in the GWA.</a:t>
            </a:r>
          </a:p>
          <a:p>
            <a:pPr marL="457200" indent="-457200">
              <a:buFont typeface="Wingdings" panose="05000000000000000000" pitchFamily="2" charset="2"/>
              <a:buChar char="Ø"/>
            </a:pPr>
            <a:r>
              <a:rPr lang="en-GB" dirty="0"/>
              <a:t>A maintenance program is supplied to ENABLE and DISABLE the GLUE and to DISPLAY and UPDATE the FILESET in use in the GWA. </a:t>
            </a:r>
          </a:p>
          <a:p>
            <a:pPr marL="457200" indent="-457200">
              <a:buFont typeface="Wingdings" panose="05000000000000000000" pitchFamily="2" charset="2"/>
              <a:buChar char="Ø"/>
            </a:pPr>
            <a:r>
              <a:rPr lang="en-GB" dirty="0"/>
              <a:t>Once ENABLED and STARTED, the exit program is invoked for all file control requests in the region. </a:t>
            </a:r>
          </a:p>
        </p:txBody>
      </p:sp>
    </p:spTree>
    <p:extLst>
      <p:ext uri="{BB962C8B-B14F-4D97-AF65-F5344CB8AC3E}">
        <p14:creationId xmlns:p14="http://schemas.microsoft.com/office/powerpoint/2010/main" val="24081406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BAB43-F756-4549-4285-2DF01121BFD2}"/>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6EE14CE2-0CDB-7EF1-A797-7E26E50C01B2}"/>
              </a:ext>
            </a:extLst>
          </p:cNvPr>
          <p:cNvSpPr>
            <a:spLocks noGrp="1"/>
          </p:cNvSpPr>
          <p:nvPr>
            <p:ph type="body" sz="quarter" idx="11"/>
          </p:nvPr>
        </p:nvSpPr>
        <p:spPr>
          <a:xfrm>
            <a:off x="1371600" y="1823793"/>
            <a:ext cx="21107400" cy="662810"/>
          </a:xfrm>
        </p:spPr>
        <p:txBody>
          <a:bodyPr/>
          <a:lstStyle/>
          <a:p>
            <a:r>
              <a:rPr lang="en-GB" dirty="0"/>
              <a:t>This was the before sequence of events</a:t>
            </a:r>
          </a:p>
        </p:txBody>
      </p:sp>
      <p:sp>
        <p:nvSpPr>
          <p:cNvPr id="6" name="Title 5">
            <a:extLst>
              <a:ext uri="{FF2B5EF4-FFF2-40B4-BE49-F238E27FC236}">
                <a16:creationId xmlns:a16="http://schemas.microsoft.com/office/drawing/2014/main" id="{FE10E100-BA89-588B-C261-BCBF0510D19C}"/>
              </a:ext>
            </a:extLst>
          </p:cNvPr>
          <p:cNvSpPr>
            <a:spLocks noGrp="1"/>
          </p:cNvSpPr>
          <p:nvPr>
            <p:ph type="title"/>
          </p:nvPr>
        </p:nvSpPr>
        <p:spPr/>
        <p:txBody>
          <a:bodyPr/>
          <a:lstStyle/>
          <a:p>
            <a:r>
              <a:rPr lang="en-GB" dirty="0"/>
              <a:t>How does this impact the housekeeping window</a:t>
            </a:r>
          </a:p>
        </p:txBody>
      </p:sp>
      <p:sp>
        <p:nvSpPr>
          <p:cNvPr id="4" name="Slide Number Placeholder 3">
            <a:extLst>
              <a:ext uri="{FF2B5EF4-FFF2-40B4-BE49-F238E27FC236}">
                <a16:creationId xmlns:a16="http://schemas.microsoft.com/office/drawing/2014/main" id="{8AADC9E7-5BC6-EE03-4541-EF5E786D6A4B}"/>
              </a:ext>
            </a:extLst>
          </p:cNvPr>
          <p:cNvSpPr>
            <a:spLocks noGrp="1"/>
          </p:cNvSpPr>
          <p:nvPr>
            <p:ph type="sldNum" sz="quarter" idx="4"/>
          </p:nvPr>
        </p:nvSpPr>
        <p:spPr/>
        <p:txBody>
          <a:bodyPr/>
          <a:lstStyle/>
          <a:p>
            <a:fld id="{5F4730B7-9024-F145-844A-A9961A63A2B3}" type="slidenum">
              <a:rPr lang="en-US" smtClean="0"/>
              <a:pPr/>
              <a:t>22</a:t>
            </a:fld>
            <a:endParaRPr lang="en-US" dirty="0"/>
          </a:p>
        </p:txBody>
      </p:sp>
      <p:sp>
        <p:nvSpPr>
          <p:cNvPr id="5" name="Footer Placeholder 4">
            <a:extLst>
              <a:ext uri="{FF2B5EF4-FFF2-40B4-BE49-F238E27FC236}">
                <a16:creationId xmlns:a16="http://schemas.microsoft.com/office/drawing/2014/main" id="{49CF82F5-9872-ACDF-1279-856FCD523121}"/>
              </a:ext>
            </a:extLst>
          </p:cNvPr>
          <p:cNvSpPr>
            <a:spLocks noGrp="1"/>
          </p:cNvSpPr>
          <p:nvPr>
            <p:ph type="ftr" sz="quarter" idx="3"/>
          </p:nvPr>
        </p:nvSpPr>
        <p:spPr/>
        <p:txBody>
          <a:bodyPr/>
          <a:lstStyle/>
          <a:p>
            <a:r>
              <a:rPr lang="en-US"/>
              <a:t>IBM CICS sample: XFCREQ </a:t>
            </a:r>
            <a:endParaRPr lang="en-US" dirty="0"/>
          </a:p>
        </p:txBody>
      </p:sp>
      <p:sp>
        <p:nvSpPr>
          <p:cNvPr id="7" name="Text Placeholder 6">
            <a:extLst>
              <a:ext uri="{FF2B5EF4-FFF2-40B4-BE49-F238E27FC236}">
                <a16:creationId xmlns:a16="http://schemas.microsoft.com/office/drawing/2014/main" id="{EFB9EE54-C06E-40CB-14CA-4C177F19DCD9}"/>
              </a:ext>
            </a:extLst>
          </p:cNvPr>
          <p:cNvSpPr>
            <a:spLocks noGrp="1"/>
          </p:cNvSpPr>
          <p:nvPr>
            <p:ph type="body" sz="quarter" idx="10"/>
          </p:nvPr>
        </p:nvSpPr>
        <p:spPr/>
        <p:txBody>
          <a:bodyPr/>
          <a:lstStyle/>
          <a:p>
            <a:pPr marL="514350" indent="-514350">
              <a:buFont typeface="+mj-lt"/>
              <a:buAutoNum type="arabicPeriod"/>
            </a:pPr>
            <a:r>
              <a:rPr lang="en-GB" dirty="0"/>
              <a:t>IN CICS: 	Application disabled	</a:t>
            </a:r>
          </a:p>
          <a:p>
            <a:pPr marL="982350" lvl="1" indent="-514350">
              <a:buFont typeface="Wingdings" panose="05000000000000000000" pitchFamily="2" charset="2"/>
              <a:buChar char="§"/>
            </a:pPr>
            <a:r>
              <a:rPr lang="en-GB" dirty="0"/>
              <a:t>Business application no longer available to users	</a:t>
            </a:r>
          </a:p>
          <a:p>
            <a:pPr marL="514350" indent="-514350">
              <a:buFont typeface="+mj-lt"/>
              <a:buAutoNum type="arabicPeriod"/>
            </a:pPr>
            <a:r>
              <a:rPr lang="en-GB" dirty="0"/>
              <a:t>IN CICS: 	FILENAMEs SMPFILE1-3 CLOSED and DISABLED</a:t>
            </a:r>
          </a:p>
          <a:p>
            <a:pPr marL="514350" indent="-514350">
              <a:buFont typeface="+mj-lt"/>
              <a:buAutoNum type="arabicPeriod"/>
            </a:pPr>
            <a:r>
              <a:rPr lang="en-GB" dirty="0"/>
              <a:t>IN BATCH:	DATASETS FINANCE.DATASET1-3.NEW created (could be done prior to 1)</a:t>
            </a:r>
          </a:p>
          <a:p>
            <a:pPr marL="514350" indent="-514350">
              <a:buFont typeface="+mj-lt"/>
              <a:buAutoNum type="arabicPeriod"/>
            </a:pPr>
            <a:r>
              <a:rPr lang="en-GB" dirty="0"/>
              <a:t>IN BATCH:  	DATASETS FINANCE.DATASET1-3 deleted</a:t>
            </a:r>
          </a:p>
          <a:p>
            <a:pPr marL="514350" indent="-514350">
              <a:buFont typeface="+mj-lt"/>
              <a:buAutoNum type="arabicPeriod"/>
            </a:pPr>
            <a:r>
              <a:rPr lang="en-GB" dirty="0"/>
              <a:t>IN BATCH:	DATASETS FINANCE.DATASET1-3.NEW renamed to FINANCE.DATASET1-3</a:t>
            </a:r>
          </a:p>
          <a:p>
            <a:pPr marL="514350" indent="-514350">
              <a:buFont typeface="+mj-lt"/>
              <a:buAutoNum type="arabicPeriod"/>
            </a:pPr>
            <a:r>
              <a:rPr lang="en-GB" dirty="0"/>
              <a:t>IN CICS:	FILENAMES SMPFILE1-3 OPENED and ENABLED</a:t>
            </a:r>
          </a:p>
          <a:p>
            <a:pPr marL="514350" indent="-514350">
              <a:buFont typeface="+mj-lt"/>
              <a:buAutoNum type="arabicPeriod"/>
            </a:pPr>
            <a:r>
              <a:rPr lang="en-GB" dirty="0"/>
              <a:t>IN CICS:	Application enabled</a:t>
            </a:r>
          </a:p>
          <a:p>
            <a:pPr marL="982350" lvl="1" indent="-514350">
              <a:buFont typeface="Wingdings" panose="05000000000000000000" pitchFamily="2" charset="2"/>
              <a:buChar char="§"/>
            </a:pPr>
            <a:r>
              <a:rPr lang="en-GB" dirty="0"/>
              <a:t>Business application available to users</a:t>
            </a:r>
          </a:p>
          <a:p>
            <a:r>
              <a:rPr lang="en-GB" dirty="0"/>
              <a:t>From point 1 to 7 an application outage is occurring. </a:t>
            </a:r>
          </a:p>
        </p:txBody>
      </p:sp>
    </p:spTree>
    <p:extLst>
      <p:ext uri="{BB962C8B-B14F-4D97-AF65-F5344CB8AC3E}">
        <p14:creationId xmlns:p14="http://schemas.microsoft.com/office/powerpoint/2010/main" val="1902447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168F1-2A9A-DFA8-4938-E844C75C0BC6}"/>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0CE5F554-7942-E09D-A259-3AB4C9CA087A}"/>
              </a:ext>
            </a:extLst>
          </p:cNvPr>
          <p:cNvSpPr>
            <a:spLocks noGrp="1"/>
          </p:cNvSpPr>
          <p:nvPr>
            <p:ph type="body" sz="quarter" idx="11"/>
          </p:nvPr>
        </p:nvSpPr>
        <p:spPr>
          <a:xfrm>
            <a:off x="1371600" y="1823793"/>
            <a:ext cx="21107400" cy="662810"/>
          </a:xfrm>
        </p:spPr>
        <p:txBody>
          <a:bodyPr/>
          <a:lstStyle/>
          <a:p>
            <a:r>
              <a:rPr lang="en-GB" dirty="0"/>
              <a:t>This is the after sequence of events</a:t>
            </a:r>
          </a:p>
        </p:txBody>
      </p:sp>
      <p:sp>
        <p:nvSpPr>
          <p:cNvPr id="6" name="Title 5">
            <a:extLst>
              <a:ext uri="{FF2B5EF4-FFF2-40B4-BE49-F238E27FC236}">
                <a16:creationId xmlns:a16="http://schemas.microsoft.com/office/drawing/2014/main" id="{5455692F-ECAF-4F2C-782E-38B0DEA2D165}"/>
              </a:ext>
            </a:extLst>
          </p:cNvPr>
          <p:cNvSpPr>
            <a:spLocks noGrp="1"/>
          </p:cNvSpPr>
          <p:nvPr>
            <p:ph type="title"/>
          </p:nvPr>
        </p:nvSpPr>
        <p:spPr/>
        <p:txBody>
          <a:bodyPr/>
          <a:lstStyle/>
          <a:p>
            <a:r>
              <a:rPr lang="en-GB" dirty="0"/>
              <a:t>How does this impact the housekeeping window</a:t>
            </a:r>
          </a:p>
        </p:txBody>
      </p:sp>
      <p:sp>
        <p:nvSpPr>
          <p:cNvPr id="4" name="Slide Number Placeholder 3">
            <a:extLst>
              <a:ext uri="{FF2B5EF4-FFF2-40B4-BE49-F238E27FC236}">
                <a16:creationId xmlns:a16="http://schemas.microsoft.com/office/drawing/2014/main" id="{DDA939E9-B00B-85CA-DAF4-A664176C73F3}"/>
              </a:ext>
            </a:extLst>
          </p:cNvPr>
          <p:cNvSpPr>
            <a:spLocks noGrp="1"/>
          </p:cNvSpPr>
          <p:nvPr>
            <p:ph type="sldNum" sz="quarter" idx="4"/>
          </p:nvPr>
        </p:nvSpPr>
        <p:spPr/>
        <p:txBody>
          <a:bodyPr/>
          <a:lstStyle/>
          <a:p>
            <a:fld id="{5F4730B7-9024-F145-844A-A9961A63A2B3}" type="slidenum">
              <a:rPr lang="en-US" smtClean="0"/>
              <a:pPr/>
              <a:t>23</a:t>
            </a:fld>
            <a:endParaRPr lang="en-US" dirty="0"/>
          </a:p>
        </p:txBody>
      </p:sp>
      <p:sp>
        <p:nvSpPr>
          <p:cNvPr id="5" name="Footer Placeholder 4">
            <a:extLst>
              <a:ext uri="{FF2B5EF4-FFF2-40B4-BE49-F238E27FC236}">
                <a16:creationId xmlns:a16="http://schemas.microsoft.com/office/drawing/2014/main" id="{38C8833E-8E1A-71BF-57B6-9631CC976294}"/>
              </a:ext>
            </a:extLst>
          </p:cNvPr>
          <p:cNvSpPr>
            <a:spLocks noGrp="1"/>
          </p:cNvSpPr>
          <p:nvPr>
            <p:ph type="ftr" sz="quarter" idx="3"/>
          </p:nvPr>
        </p:nvSpPr>
        <p:spPr/>
        <p:txBody>
          <a:bodyPr/>
          <a:lstStyle/>
          <a:p>
            <a:r>
              <a:rPr lang="en-US"/>
              <a:t>IBM CICS sample: XFCREQ </a:t>
            </a:r>
            <a:endParaRPr lang="en-US" dirty="0"/>
          </a:p>
        </p:txBody>
      </p:sp>
      <p:sp>
        <p:nvSpPr>
          <p:cNvPr id="7" name="Text Placeholder 6">
            <a:extLst>
              <a:ext uri="{FF2B5EF4-FFF2-40B4-BE49-F238E27FC236}">
                <a16:creationId xmlns:a16="http://schemas.microsoft.com/office/drawing/2014/main" id="{0FA33AF8-AE48-BEBB-EDCA-7A170CF4C67C}"/>
              </a:ext>
            </a:extLst>
          </p:cNvPr>
          <p:cNvSpPr>
            <a:spLocks noGrp="1"/>
          </p:cNvSpPr>
          <p:nvPr>
            <p:ph type="body" sz="quarter" idx="10"/>
          </p:nvPr>
        </p:nvSpPr>
        <p:spPr/>
        <p:txBody>
          <a:bodyPr/>
          <a:lstStyle/>
          <a:p>
            <a:pPr marL="514350" indent="-514350">
              <a:buFont typeface="+mj-lt"/>
              <a:buAutoNum type="arabicPeriod"/>
            </a:pPr>
            <a:r>
              <a:rPr lang="en-GB" dirty="0"/>
              <a:t>IN CICS: 	Applications using FILESET A (Directed to .V1 datasets by using £MPFILE definitions)	</a:t>
            </a:r>
          </a:p>
          <a:p>
            <a:pPr marL="514350" indent="-514350">
              <a:buFont typeface="+mj-lt"/>
              <a:buAutoNum type="arabicPeriod"/>
            </a:pPr>
            <a:r>
              <a:rPr lang="en-GB" dirty="0"/>
              <a:t>IN BATCH:	DATASETS FINANCE.DATASET1-3.V2 created</a:t>
            </a:r>
          </a:p>
          <a:p>
            <a:pPr marL="514350" indent="-514350">
              <a:buFont typeface="+mj-lt"/>
              <a:buAutoNum type="arabicPeriod"/>
            </a:pPr>
            <a:r>
              <a:rPr lang="en-GB" dirty="0"/>
              <a:t>IN CICS:	FILENAMES #MPFILE1-3 OPENED AND ENABLED</a:t>
            </a:r>
          </a:p>
          <a:p>
            <a:pPr marL="514350" indent="-514350">
              <a:buFont typeface="+mj-lt"/>
              <a:buAutoNum type="arabicPeriod"/>
            </a:pPr>
            <a:r>
              <a:rPr lang="en-GB" dirty="0"/>
              <a:t>IN CICS:	UPDATE GWA to specify FILESET B (Direct by #MPFILE definitions to .V2 datasets)</a:t>
            </a:r>
          </a:p>
          <a:p>
            <a:pPr marL="3729150" lvl="4" indent="-514350">
              <a:buFont typeface="Wingdings" panose="05000000000000000000" pitchFamily="2" charset="2"/>
              <a:buChar char="Ø"/>
            </a:pPr>
            <a:r>
              <a:rPr lang="en-GB" dirty="0"/>
              <a:t>New tasks will start using .V2 files</a:t>
            </a:r>
          </a:p>
          <a:p>
            <a:pPr marL="514350" indent="-514350">
              <a:buFont typeface="+mj-lt"/>
              <a:buAutoNum type="arabicPeriod"/>
            </a:pPr>
            <a:r>
              <a:rPr lang="en-GB" dirty="0"/>
              <a:t>IN CICS:  	£MPFILE1-3 CLOSED and DISABLED </a:t>
            </a:r>
          </a:p>
          <a:p>
            <a:pPr marL="3729150" lvl="4" indent="-514350">
              <a:buFont typeface="Wingdings" panose="05000000000000000000" pitchFamily="2" charset="2"/>
              <a:buChar char="Ø"/>
            </a:pPr>
            <a:r>
              <a:rPr lang="en-GB" dirty="0"/>
              <a:t>Tasks started prior to 4 allowed to complete normally</a:t>
            </a:r>
          </a:p>
          <a:p>
            <a:pPr marL="514350" indent="-514350">
              <a:buFont typeface="+mj-lt"/>
              <a:buAutoNum type="arabicPeriod"/>
            </a:pPr>
            <a:r>
              <a:rPr lang="en-GB" dirty="0"/>
              <a:t>IN BATCH:	DATASETS FINANCE.DATASET1-3.V1 now available for batch processing</a:t>
            </a:r>
          </a:p>
          <a:p>
            <a:pPr marL="514350" indent="-514350">
              <a:buFont typeface="+mj-lt"/>
              <a:buAutoNum type="arabicPeriod"/>
            </a:pPr>
            <a:endParaRPr lang="en-GB" dirty="0"/>
          </a:p>
          <a:p>
            <a:r>
              <a:rPr lang="en-GB" dirty="0"/>
              <a:t>Notes:</a:t>
            </a:r>
          </a:p>
          <a:p>
            <a:pPr marL="457200" indent="-457200">
              <a:buFont typeface="Wingdings" panose="05000000000000000000" pitchFamily="2" charset="2"/>
              <a:buChar char="§"/>
            </a:pPr>
            <a:r>
              <a:rPr lang="en-GB" dirty="0"/>
              <a:t>No outage is taken by the CICS application during this period.</a:t>
            </a:r>
          </a:p>
          <a:p>
            <a:pPr marL="457200" indent="-457200">
              <a:buFont typeface="Wingdings" panose="05000000000000000000" pitchFamily="2" charset="2"/>
              <a:buChar char="§"/>
            </a:pPr>
            <a:r>
              <a:rPr lang="en-GB" dirty="0"/>
              <a:t>The processing would be reversed on the following day- switch would be from .V2 to .V1</a:t>
            </a:r>
          </a:p>
          <a:p>
            <a:endParaRPr lang="en-GB" dirty="0"/>
          </a:p>
        </p:txBody>
      </p:sp>
    </p:spTree>
    <p:extLst>
      <p:ext uri="{BB962C8B-B14F-4D97-AF65-F5344CB8AC3E}">
        <p14:creationId xmlns:p14="http://schemas.microsoft.com/office/powerpoint/2010/main" val="2944143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D3165C-DFA1-0A6F-2EE8-FDFE2A9781FB}"/>
              </a:ext>
            </a:extLst>
          </p:cNvPr>
          <p:cNvSpPr>
            <a:spLocks noGrp="1"/>
          </p:cNvSpPr>
          <p:nvPr>
            <p:ph type="body" sz="quarter" idx="11"/>
          </p:nvPr>
        </p:nvSpPr>
        <p:spPr/>
        <p:txBody>
          <a:bodyPr/>
          <a:lstStyle/>
          <a:p>
            <a:endParaRPr lang="en-GB" dirty="0"/>
          </a:p>
        </p:txBody>
      </p:sp>
      <p:sp>
        <p:nvSpPr>
          <p:cNvPr id="3" name="Title 2">
            <a:extLst>
              <a:ext uri="{FF2B5EF4-FFF2-40B4-BE49-F238E27FC236}">
                <a16:creationId xmlns:a16="http://schemas.microsoft.com/office/drawing/2014/main" id="{3436BEEE-E6B5-2281-0F21-39DA4E7F8993}"/>
              </a:ext>
            </a:extLst>
          </p:cNvPr>
          <p:cNvSpPr>
            <a:spLocks noGrp="1"/>
          </p:cNvSpPr>
          <p:nvPr>
            <p:ph type="title"/>
          </p:nvPr>
        </p:nvSpPr>
        <p:spPr/>
        <p:txBody>
          <a:bodyPr/>
          <a:lstStyle/>
          <a:p>
            <a:r>
              <a:rPr lang="en-GB" dirty="0"/>
              <a:t>Limitations of the solution</a:t>
            </a:r>
          </a:p>
        </p:txBody>
      </p:sp>
      <p:sp>
        <p:nvSpPr>
          <p:cNvPr id="4" name="Slide Number Placeholder 3">
            <a:extLst>
              <a:ext uri="{FF2B5EF4-FFF2-40B4-BE49-F238E27FC236}">
                <a16:creationId xmlns:a16="http://schemas.microsoft.com/office/drawing/2014/main" id="{B6935A09-42BE-8C83-D22B-5CC6550F14F8}"/>
              </a:ext>
            </a:extLst>
          </p:cNvPr>
          <p:cNvSpPr>
            <a:spLocks noGrp="1"/>
          </p:cNvSpPr>
          <p:nvPr>
            <p:ph type="sldNum" sz="quarter" idx="4"/>
          </p:nvPr>
        </p:nvSpPr>
        <p:spPr/>
        <p:txBody>
          <a:bodyPr/>
          <a:lstStyle/>
          <a:p>
            <a:fld id="{5F4730B7-9024-F145-844A-A9961A63A2B3}" type="slidenum">
              <a:rPr lang="en-US" smtClean="0"/>
              <a:pPr/>
              <a:t>24</a:t>
            </a:fld>
            <a:endParaRPr lang="en-US" dirty="0"/>
          </a:p>
        </p:txBody>
      </p:sp>
      <p:sp>
        <p:nvSpPr>
          <p:cNvPr id="5" name="Footer Placeholder 4">
            <a:extLst>
              <a:ext uri="{FF2B5EF4-FFF2-40B4-BE49-F238E27FC236}">
                <a16:creationId xmlns:a16="http://schemas.microsoft.com/office/drawing/2014/main" id="{1E528FFF-743A-FFD3-504D-5DF672BABC2E}"/>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F1C5B6B7-965F-A0B6-1318-328DAD8DC210}"/>
              </a:ext>
            </a:extLst>
          </p:cNvPr>
          <p:cNvSpPr>
            <a:spLocks noGrp="1"/>
          </p:cNvSpPr>
          <p:nvPr>
            <p:ph type="body" sz="quarter" idx="10"/>
          </p:nvPr>
        </p:nvSpPr>
        <p:spPr/>
        <p:txBody>
          <a:bodyPr/>
          <a:lstStyle/>
          <a:p>
            <a:r>
              <a:rPr lang="en-GB" dirty="0"/>
              <a:t>The following limitations exist with this solution:</a:t>
            </a:r>
          </a:p>
          <a:p>
            <a:pPr marL="457200" indent="-457200">
              <a:buFont typeface="Wingdings" panose="05000000000000000000" pitchFamily="2" charset="2"/>
              <a:buChar char="Ø"/>
            </a:pPr>
            <a:r>
              <a:rPr lang="en-GB" dirty="0"/>
              <a:t>The creation of .V1 and .V2 datasets are not dependent on each other</a:t>
            </a:r>
          </a:p>
          <a:p>
            <a:pPr marL="925200" lvl="1" indent="-457200">
              <a:buFont typeface="Wingdings" panose="05000000000000000000" pitchFamily="2" charset="2"/>
              <a:buChar char="Ø"/>
            </a:pPr>
            <a:r>
              <a:rPr lang="en-GB" dirty="0"/>
              <a:t>This means the creation of .V2 does not require .V1 as input and vice versa</a:t>
            </a:r>
          </a:p>
          <a:p>
            <a:pPr marL="457200" indent="-457200">
              <a:buFont typeface="Wingdings" panose="05000000000000000000" pitchFamily="2" charset="2"/>
              <a:buChar char="Ø"/>
            </a:pPr>
            <a:r>
              <a:rPr lang="en-GB" dirty="0"/>
              <a:t>A brief time exists where both sets of files are being used, albeit by different tasks</a:t>
            </a:r>
          </a:p>
          <a:p>
            <a:pPr marL="925200" lvl="1" indent="-457200">
              <a:buFont typeface="Wingdings" panose="05000000000000000000" pitchFamily="2" charset="2"/>
              <a:buChar char="Ø"/>
            </a:pPr>
            <a:r>
              <a:rPr lang="en-GB" dirty="0"/>
              <a:t>This must be tolerable by the application </a:t>
            </a:r>
          </a:p>
        </p:txBody>
      </p:sp>
    </p:spTree>
    <p:extLst>
      <p:ext uri="{BB962C8B-B14F-4D97-AF65-F5344CB8AC3E}">
        <p14:creationId xmlns:p14="http://schemas.microsoft.com/office/powerpoint/2010/main" val="3583229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9994B-08E2-3B29-6866-0FC23D3CFC7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85170E4A-C749-400A-51A9-17B29736689D}"/>
              </a:ext>
            </a:extLst>
          </p:cNvPr>
          <p:cNvSpPr>
            <a:spLocks noGrp="1"/>
          </p:cNvSpPr>
          <p:nvPr>
            <p:ph type="body" sz="quarter" idx="14"/>
          </p:nvPr>
        </p:nvSpPr>
        <p:spPr/>
        <p:txBody>
          <a:bodyPr/>
          <a:lstStyle/>
          <a:p>
            <a:r>
              <a:rPr lang="en-GB" dirty="0"/>
              <a:t>Artifacts</a:t>
            </a:r>
          </a:p>
        </p:txBody>
      </p:sp>
      <p:sp>
        <p:nvSpPr>
          <p:cNvPr id="5" name="Footer Placeholder 4">
            <a:extLst>
              <a:ext uri="{FF2B5EF4-FFF2-40B4-BE49-F238E27FC236}">
                <a16:creationId xmlns:a16="http://schemas.microsoft.com/office/drawing/2014/main" id="{E9E7166E-0234-F646-D873-1F7F859204D1}"/>
              </a:ext>
            </a:extLst>
          </p:cNvPr>
          <p:cNvSpPr>
            <a:spLocks noGrp="1"/>
          </p:cNvSpPr>
          <p:nvPr>
            <p:ph type="ftr" sz="quarter" idx="16"/>
          </p:nvPr>
        </p:nvSpPr>
        <p:spPr/>
        <p:txBody>
          <a:bodyPr/>
          <a:lstStyle/>
          <a:p>
            <a:r>
              <a:rPr lang="en-US"/>
              <a:t>IBM CICS sample: XFCREQ </a:t>
            </a:r>
            <a:endParaRPr lang="en-US" dirty="0"/>
          </a:p>
        </p:txBody>
      </p:sp>
      <p:sp>
        <p:nvSpPr>
          <p:cNvPr id="4" name="Slide Number Placeholder 3">
            <a:extLst>
              <a:ext uri="{FF2B5EF4-FFF2-40B4-BE49-F238E27FC236}">
                <a16:creationId xmlns:a16="http://schemas.microsoft.com/office/drawing/2014/main" id="{BEEDC3BA-3D79-4230-9B08-D8823F9EA225}"/>
              </a:ext>
            </a:extLst>
          </p:cNvPr>
          <p:cNvSpPr>
            <a:spLocks noGrp="1"/>
          </p:cNvSpPr>
          <p:nvPr>
            <p:ph type="sldNum" sz="quarter" idx="17"/>
          </p:nvPr>
        </p:nvSpPr>
        <p:spPr/>
        <p:txBody>
          <a:bodyPr/>
          <a:lstStyle/>
          <a:p>
            <a:fld id="{5F4730B7-9024-F145-844A-A9961A63A2B3}" type="slidenum">
              <a:rPr lang="en-US" smtClean="0"/>
              <a:pPr/>
              <a:t>25</a:t>
            </a:fld>
            <a:endParaRPr lang="en-US" dirty="0"/>
          </a:p>
        </p:txBody>
      </p:sp>
    </p:spTree>
    <p:extLst>
      <p:ext uri="{BB962C8B-B14F-4D97-AF65-F5344CB8AC3E}">
        <p14:creationId xmlns:p14="http://schemas.microsoft.com/office/powerpoint/2010/main" val="20970099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E28C82B-5DC6-D6C3-FCEB-766504D66840}"/>
              </a:ext>
            </a:extLst>
          </p:cNvPr>
          <p:cNvSpPr>
            <a:spLocks noGrp="1"/>
          </p:cNvSpPr>
          <p:nvPr>
            <p:ph type="body" sz="quarter" idx="11"/>
          </p:nvPr>
        </p:nvSpPr>
        <p:spPr>
          <a:xfrm>
            <a:off x="1371600" y="1823793"/>
            <a:ext cx="21107400" cy="662810"/>
          </a:xfrm>
        </p:spPr>
        <p:txBody>
          <a:bodyPr/>
          <a:lstStyle/>
          <a:p>
            <a:r>
              <a:rPr lang="en-GB" dirty="0"/>
              <a:t>More details on each are provided in the following slides</a:t>
            </a:r>
          </a:p>
        </p:txBody>
      </p:sp>
      <p:sp>
        <p:nvSpPr>
          <p:cNvPr id="5" name="Title 4">
            <a:extLst>
              <a:ext uri="{FF2B5EF4-FFF2-40B4-BE49-F238E27FC236}">
                <a16:creationId xmlns:a16="http://schemas.microsoft.com/office/drawing/2014/main" id="{DD2BD208-489F-7FC9-286A-C1C23CFD2C36}"/>
              </a:ext>
            </a:extLst>
          </p:cNvPr>
          <p:cNvSpPr>
            <a:spLocks noGrp="1"/>
          </p:cNvSpPr>
          <p:nvPr>
            <p:ph type="title"/>
          </p:nvPr>
        </p:nvSpPr>
        <p:spPr/>
        <p:txBody>
          <a:bodyPr/>
          <a:lstStyle/>
          <a:p>
            <a:r>
              <a:rPr lang="en-GB" dirty="0"/>
              <a:t>The following artifacts are provided</a:t>
            </a:r>
          </a:p>
        </p:txBody>
      </p:sp>
      <p:sp>
        <p:nvSpPr>
          <p:cNvPr id="4" name="Slide Number Placeholder 3">
            <a:extLst>
              <a:ext uri="{FF2B5EF4-FFF2-40B4-BE49-F238E27FC236}">
                <a16:creationId xmlns:a16="http://schemas.microsoft.com/office/drawing/2014/main" id="{4AD2006D-A73D-D0FE-AAA8-6227E26F7FC7}"/>
              </a:ext>
            </a:extLst>
          </p:cNvPr>
          <p:cNvSpPr>
            <a:spLocks noGrp="1"/>
          </p:cNvSpPr>
          <p:nvPr>
            <p:ph type="sldNum" sz="quarter" idx="4"/>
          </p:nvPr>
        </p:nvSpPr>
        <p:spPr/>
        <p:txBody>
          <a:bodyPr/>
          <a:lstStyle/>
          <a:p>
            <a:fld id="{5F4730B7-9024-F145-844A-A9961A63A2B3}" type="slidenum">
              <a:rPr lang="en-US" smtClean="0"/>
              <a:t>26</a:t>
            </a:fld>
            <a:endParaRPr lang="en-US" dirty="0"/>
          </a:p>
        </p:txBody>
      </p:sp>
      <p:sp>
        <p:nvSpPr>
          <p:cNvPr id="3" name="Footer Placeholder 2">
            <a:extLst>
              <a:ext uri="{FF2B5EF4-FFF2-40B4-BE49-F238E27FC236}">
                <a16:creationId xmlns:a16="http://schemas.microsoft.com/office/drawing/2014/main" id="{5AB1F83A-209D-3BFE-B606-480EB78402E1}"/>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C736B15B-E95B-0D43-2D52-223C01F0A054}"/>
              </a:ext>
            </a:extLst>
          </p:cNvPr>
          <p:cNvSpPr>
            <a:spLocks noGrp="1"/>
          </p:cNvSpPr>
          <p:nvPr>
            <p:ph type="body" sz="quarter" idx="10"/>
          </p:nvPr>
        </p:nvSpPr>
        <p:spPr/>
        <p:txBody>
          <a:bodyPr/>
          <a:lstStyle/>
          <a:p>
            <a:pPr marL="457200" indent="-457200">
              <a:buFont typeface="Wingdings" panose="05000000000000000000" pitchFamily="2" charset="2"/>
              <a:buChar char="§"/>
            </a:pPr>
            <a:r>
              <a:rPr lang="en-GB" dirty="0"/>
              <a:t>This documentation file</a:t>
            </a:r>
          </a:p>
          <a:p>
            <a:pPr marL="457200" indent="-457200">
              <a:buFont typeface="Wingdings" panose="05000000000000000000" pitchFamily="2" charset="2"/>
              <a:buChar char="§"/>
            </a:pPr>
            <a:r>
              <a:rPr lang="en-GB" dirty="0"/>
              <a:t>Assembler program SMPFCREQ (source)</a:t>
            </a:r>
          </a:p>
          <a:p>
            <a:pPr marL="925200" lvl="1" indent="-457200">
              <a:buFont typeface="Wingdings" panose="05000000000000000000" pitchFamily="2" charset="2"/>
              <a:buChar char="§"/>
            </a:pPr>
            <a:r>
              <a:rPr lang="en-GB" dirty="0"/>
              <a:t>Assembler copybooks (GWAMAP, EXITDATA and UEPTSMAP)</a:t>
            </a:r>
          </a:p>
          <a:p>
            <a:pPr marL="457200" indent="-457200">
              <a:buFont typeface="Wingdings" panose="05000000000000000000" pitchFamily="2" charset="2"/>
              <a:buChar char="§"/>
            </a:pPr>
            <a:r>
              <a:rPr lang="en-GB" dirty="0"/>
              <a:t>COBOL program EXITMAIN (source)</a:t>
            </a:r>
          </a:p>
          <a:p>
            <a:pPr marL="925200" lvl="1" indent="-457200">
              <a:buFont typeface="Wingdings" panose="05000000000000000000" pitchFamily="2" charset="2"/>
              <a:buChar char="§"/>
            </a:pPr>
            <a:r>
              <a:rPr lang="en-GB" dirty="0"/>
              <a:t>COBOL copybooks (GWAMAP, EXITDATA, UEPTSMAP, HEXTRAN, HEXTRANL)</a:t>
            </a:r>
          </a:p>
          <a:p>
            <a:pPr marL="457200" indent="-457200">
              <a:buFont typeface="Wingdings" panose="05000000000000000000" pitchFamily="2" charset="2"/>
              <a:buChar char="§"/>
            </a:pPr>
            <a:r>
              <a:rPr lang="en-GB" dirty="0"/>
              <a:t>DFHCSDUP input for the following definitions (split into two files, Local definitions and remote definitions)</a:t>
            </a:r>
          </a:p>
          <a:p>
            <a:pPr marL="925200" lvl="1" indent="-457200">
              <a:buFont typeface="Wingdings" panose="05000000000000000000" pitchFamily="2" charset="2"/>
              <a:buChar char="§"/>
            </a:pPr>
            <a:r>
              <a:rPr lang="en-GB" dirty="0"/>
              <a:t>PROGRAM definitions for SMPFCREQ and EXITMAIN</a:t>
            </a:r>
          </a:p>
          <a:p>
            <a:pPr marL="925200" lvl="1" indent="-457200">
              <a:buFont typeface="Wingdings" panose="05000000000000000000" pitchFamily="2" charset="2"/>
              <a:buChar char="§"/>
            </a:pPr>
            <a:r>
              <a:rPr lang="en-GB" dirty="0"/>
              <a:t>TRANSACTION definitions MAIN (uses EXIMAIN)</a:t>
            </a:r>
          </a:p>
          <a:p>
            <a:pPr marL="925200" lvl="1" indent="-457200">
              <a:buFont typeface="Wingdings" panose="05000000000000000000" pitchFamily="2" charset="2"/>
              <a:buChar char="§"/>
            </a:pPr>
            <a:r>
              <a:rPr lang="en-GB" dirty="0"/>
              <a:t>FILE definitions for £MPFILE1-4 and #MPFILE1-4 </a:t>
            </a:r>
          </a:p>
          <a:p>
            <a:pPr marL="457200" indent="-457200">
              <a:buFont typeface="Wingdings" panose="05000000000000000000" pitchFamily="2" charset="2"/>
              <a:buChar char="§"/>
            </a:pPr>
            <a:r>
              <a:rPr lang="en-GB" dirty="0"/>
              <a:t>JCL to execute IDCAMS</a:t>
            </a:r>
          </a:p>
          <a:p>
            <a:pPr marL="925200" lvl="1" indent="-457200">
              <a:buFont typeface="Wingdings" panose="05000000000000000000" pitchFamily="2" charset="2"/>
              <a:buChar char="§"/>
            </a:pPr>
            <a:r>
              <a:rPr lang="en-GB" dirty="0"/>
              <a:t>Create the sample </a:t>
            </a:r>
            <a:r>
              <a:rPr lang="en-GB" dirty="0" err="1"/>
              <a:t>FINANCE.DATASETn.Vn</a:t>
            </a:r>
            <a:r>
              <a:rPr lang="en-GB" dirty="0"/>
              <a:t> </a:t>
            </a:r>
          </a:p>
          <a:p>
            <a:pPr marL="925200" lvl="1" indent="-457200">
              <a:buFont typeface="Wingdings" panose="05000000000000000000" pitchFamily="2" charset="2"/>
              <a:buChar char="§"/>
            </a:pPr>
            <a:r>
              <a:rPr lang="en-GB" dirty="0"/>
              <a:t>Load files with some sample records</a:t>
            </a:r>
          </a:p>
          <a:p>
            <a:pPr marL="457200" indent="-457200">
              <a:buFont typeface="Wingdings" panose="05000000000000000000" pitchFamily="2" charset="2"/>
              <a:buChar char="§"/>
            </a:pPr>
            <a:r>
              <a:rPr lang="en-GB" dirty="0"/>
              <a:t>PLT definition for PLTPI enablement of the exit</a:t>
            </a:r>
          </a:p>
          <a:p>
            <a:pPr marL="925200" lvl="1" indent="-457200">
              <a:buFont typeface="Wingdings" panose="05000000000000000000" pitchFamily="2" charset="2"/>
              <a:buChar char="§"/>
            </a:pPr>
            <a:r>
              <a:rPr lang="en-GB" dirty="0"/>
              <a:t>Note EXITMAIN requires data to be specified in the INITPARM= SIT parameter</a:t>
            </a:r>
          </a:p>
          <a:p>
            <a:pPr marL="457200" indent="-457200">
              <a:buFont typeface="Wingdings" panose="05000000000000000000" pitchFamily="2" charset="2"/>
              <a:buChar char="§"/>
            </a:pPr>
            <a:r>
              <a:rPr lang="en-GB" dirty="0"/>
              <a:t>SIT PARAMETER INITPARM</a:t>
            </a:r>
          </a:p>
          <a:p>
            <a:pPr lvl="1" indent="0">
              <a:buNone/>
            </a:pPr>
            <a:endParaRPr lang="en-GB" dirty="0"/>
          </a:p>
        </p:txBody>
      </p:sp>
    </p:spTree>
    <p:extLst>
      <p:ext uri="{BB962C8B-B14F-4D97-AF65-F5344CB8AC3E}">
        <p14:creationId xmlns:p14="http://schemas.microsoft.com/office/powerpoint/2010/main" val="1761220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7B2F64A-8BB0-23BC-F597-0226A99C81F9}"/>
              </a:ext>
            </a:extLst>
          </p:cNvPr>
          <p:cNvSpPr>
            <a:spLocks noGrp="1"/>
          </p:cNvSpPr>
          <p:nvPr>
            <p:ph type="body" sz="quarter" idx="11"/>
          </p:nvPr>
        </p:nvSpPr>
        <p:spPr>
          <a:xfrm>
            <a:off x="1371600" y="1823793"/>
            <a:ext cx="21107400" cy="662810"/>
          </a:xfrm>
        </p:spPr>
        <p:txBody>
          <a:bodyPr/>
          <a:lstStyle/>
          <a:p>
            <a:r>
              <a:rPr lang="en-GB" dirty="0"/>
              <a:t>Description of the program and its control</a:t>
            </a:r>
          </a:p>
        </p:txBody>
      </p:sp>
      <p:sp>
        <p:nvSpPr>
          <p:cNvPr id="3" name="Title 2">
            <a:extLst>
              <a:ext uri="{FF2B5EF4-FFF2-40B4-BE49-F238E27FC236}">
                <a16:creationId xmlns:a16="http://schemas.microsoft.com/office/drawing/2014/main" id="{D2EA3ED5-7650-5702-CB4A-9A1715805B95}"/>
              </a:ext>
            </a:extLst>
          </p:cNvPr>
          <p:cNvSpPr>
            <a:spLocks noGrp="1"/>
          </p:cNvSpPr>
          <p:nvPr>
            <p:ph type="title"/>
          </p:nvPr>
        </p:nvSpPr>
        <p:spPr/>
        <p:txBody>
          <a:bodyPr/>
          <a:lstStyle/>
          <a:p>
            <a:r>
              <a:rPr lang="en-GB" dirty="0"/>
              <a:t>SMPFCREQ</a:t>
            </a:r>
          </a:p>
        </p:txBody>
      </p:sp>
      <p:sp>
        <p:nvSpPr>
          <p:cNvPr id="4" name="Slide Number Placeholder 3">
            <a:extLst>
              <a:ext uri="{FF2B5EF4-FFF2-40B4-BE49-F238E27FC236}">
                <a16:creationId xmlns:a16="http://schemas.microsoft.com/office/drawing/2014/main" id="{DD36CC87-8259-2B08-E418-6ACB21F6E27D}"/>
              </a:ext>
            </a:extLst>
          </p:cNvPr>
          <p:cNvSpPr>
            <a:spLocks noGrp="1"/>
          </p:cNvSpPr>
          <p:nvPr>
            <p:ph type="sldNum" sz="quarter" idx="4"/>
          </p:nvPr>
        </p:nvSpPr>
        <p:spPr/>
        <p:txBody>
          <a:bodyPr/>
          <a:lstStyle/>
          <a:p>
            <a:fld id="{5F4730B7-9024-F145-844A-A9961A63A2B3}" type="slidenum">
              <a:rPr lang="en-US" smtClean="0"/>
              <a:pPr/>
              <a:t>27</a:t>
            </a:fld>
            <a:endParaRPr lang="en-US" dirty="0"/>
          </a:p>
        </p:txBody>
      </p:sp>
      <p:sp>
        <p:nvSpPr>
          <p:cNvPr id="5" name="Footer Placeholder 4">
            <a:extLst>
              <a:ext uri="{FF2B5EF4-FFF2-40B4-BE49-F238E27FC236}">
                <a16:creationId xmlns:a16="http://schemas.microsoft.com/office/drawing/2014/main" id="{A6E365D7-1F06-B415-4EB1-CB27CD07075E}"/>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C93A6065-BFC3-F971-7746-731315B35B08}"/>
              </a:ext>
            </a:extLst>
          </p:cNvPr>
          <p:cNvSpPr>
            <a:spLocks noGrp="1"/>
          </p:cNvSpPr>
          <p:nvPr>
            <p:ph type="body" sz="quarter" idx="10"/>
          </p:nvPr>
        </p:nvSpPr>
        <p:spPr/>
        <p:txBody>
          <a:bodyPr/>
          <a:lstStyle/>
          <a:p>
            <a:r>
              <a:rPr lang="en-GB" dirty="0"/>
              <a:t>This sample assembler program is written to be enabled at the XFCREQ EXIT POINT.</a:t>
            </a:r>
          </a:p>
          <a:p>
            <a:r>
              <a:rPr lang="en-GB" dirty="0"/>
              <a:t>It checks a GWA is present of the expected length. </a:t>
            </a:r>
          </a:p>
          <a:p>
            <a:r>
              <a:rPr lang="en-GB" dirty="0"/>
              <a:t>It’s important that the assembler and COBOL version of the following DSECTS/COPYBOOKS are kept in sync:</a:t>
            </a:r>
          </a:p>
          <a:p>
            <a:pPr marL="457200" indent="-457200">
              <a:buFont typeface="Arial" panose="020B0604020202020204" pitchFamily="34" charset="0"/>
              <a:buChar char="•"/>
            </a:pPr>
            <a:r>
              <a:rPr lang="en-GB" dirty="0"/>
              <a:t>GWAMAP – Maps the Global Work Area</a:t>
            </a:r>
          </a:p>
          <a:p>
            <a:pPr marL="457200" indent="-457200">
              <a:buFont typeface="Arial" panose="020B0604020202020204" pitchFamily="34" charset="0"/>
              <a:buChar char="•"/>
            </a:pPr>
            <a:r>
              <a:rPr lang="en-GB" dirty="0"/>
              <a:t>EXITDATA – contains constants used by EXITMAIN and SMPFCREQ to initialise and set the GWA and UEPTSTOK structures</a:t>
            </a:r>
          </a:p>
          <a:p>
            <a:pPr marL="457200" indent="-457200">
              <a:buFont typeface="Arial" panose="020B0604020202020204" pitchFamily="34" charset="0"/>
              <a:buChar char="•"/>
            </a:pPr>
            <a:r>
              <a:rPr lang="en-GB" dirty="0"/>
              <a:t>UEPTSMAP – Maps the area of storage used by SMPFCREQ to store task specific information. </a:t>
            </a:r>
          </a:p>
          <a:p>
            <a:pPr marL="925200" lvl="1" indent="-457200"/>
            <a:r>
              <a:rPr lang="en-GB" dirty="0"/>
              <a:t>This structure is created the first time a task issues a file control request </a:t>
            </a:r>
          </a:p>
          <a:p>
            <a:pPr marL="925200" lvl="1" indent="-457200"/>
            <a:r>
              <a:rPr lang="en-GB" dirty="0"/>
              <a:t>The structure is key to ensuring the task uses the same FILESET for the entire period it executes. 	</a:t>
            </a:r>
          </a:p>
          <a:p>
            <a:pPr marL="457200" indent="-457200"/>
            <a:r>
              <a:rPr lang="en-GB" dirty="0"/>
              <a:t>SMPFCREQ contains numerous WTO messages to aid testing and debugging.  It also contains a subroutine to display data in hexadecimal format.  Most of these can be removed once alterations, testing and debugging are complete.</a:t>
            </a:r>
          </a:p>
          <a:p>
            <a:pPr marL="457200" indent="-457200"/>
            <a:r>
              <a:rPr lang="en-GB" dirty="0"/>
              <a:t>Details on assembling and linking of GLUEs is described in the IBM DOC.</a:t>
            </a:r>
          </a:p>
        </p:txBody>
      </p:sp>
    </p:spTree>
    <p:extLst>
      <p:ext uri="{BB962C8B-B14F-4D97-AF65-F5344CB8AC3E}">
        <p14:creationId xmlns:p14="http://schemas.microsoft.com/office/powerpoint/2010/main" val="19509972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00BEFB-6A7A-3518-B673-85A4BF35CF70}"/>
              </a:ext>
            </a:extLst>
          </p:cNvPr>
          <p:cNvSpPr>
            <a:spLocks noGrp="1"/>
          </p:cNvSpPr>
          <p:nvPr>
            <p:ph type="body" sz="quarter" idx="11"/>
          </p:nvPr>
        </p:nvSpPr>
        <p:spPr>
          <a:xfrm>
            <a:off x="1371600" y="1823793"/>
            <a:ext cx="21107400" cy="662810"/>
          </a:xfrm>
        </p:spPr>
        <p:txBody>
          <a:bodyPr/>
          <a:lstStyle/>
          <a:p>
            <a:r>
              <a:rPr lang="en-GB" dirty="0"/>
              <a:t>Assembler and COBOL</a:t>
            </a:r>
          </a:p>
        </p:txBody>
      </p:sp>
      <p:sp>
        <p:nvSpPr>
          <p:cNvPr id="3" name="Title 2">
            <a:extLst>
              <a:ext uri="{FF2B5EF4-FFF2-40B4-BE49-F238E27FC236}">
                <a16:creationId xmlns:a16="http://schemas.microsoft.com/office/drawing/2014/main" id="{1E196D13-DCBB-312F-AF18-7D9F4F7DCD4B}"/>
              </a:ext>
            </a:extLst>
          </p:cNvPr>
          <p:cNvSpPr>
            <a:spLocks noGrp="1"/>
          </p:cNvSpPr>
          <p:nvPr>
            <p:ph type="title"/>
          </p:nvPr>
        </p:nvSpPr>
        <p:spPr/>
        <p:txBody>
          <a:bodyPr/>
          <a:lstStyle/>
          <a:p>
            <a:r>
              <a:rPr lang="en-GB" dirty="0"/>
              <a:t>GWAPMAP</a:t>
            </a:r>
          </a:p>
        </p:txBody>
      </p:sp>
      <p:sp>
        <p:nvSpPr>
          <p:cNvPr id="4" name="Slide Number Placeholder 3">
            <a:extLst>
              <a:ext uri="{FF2B5EF4-FFF2-40B4-BE49-F238E27FC236}">
                <a16:creationId xmlns:a16="http://schemas.microsoft.com/office/drawing/2014/main" id="{E366F589-750F-DB5D-A379-A3295175802A}"/>
              </a:ext>
            </a:extLst>
          </p:cNvPr>
          <p:cNvSpPr>
            <a:spLocks noGrp="1"/>
          </p:cNvSpPr>
          <p:nvPr>
            <p:ph type="sldNum" sz="quarter" idx="4"/>
          </p:nvPr>
        </p:nvSpPr>
        <p:spPr/>
        <p:txBody>
          <a:bodyPr/>
          <a:lstStyle/>
          <a:p>
            <a:fld id="{5F4730B7-9024-F145-844A-A9961A63A2B3}" type="slidenum">
              <a:rPr lang="en-US" smtClean="0"/>
              <a:pPr/>
              <a:t>28</a:t>
            </a:fld>
            <a:endParaRPr lang="en-US" dirty="0"/>
          </a:p>
        </p:txBody>
      </p:sp>
      <p:sp>
        <p:nvSpPr>
          <p:cNvPr id="5" name="Footer Placeholder 4">
            <a:extLst>
              <a:ext uri="{FF2B5EF4-FFF2-40B4-BE49-F238E27FC236}">
                <a16:creationId xmlns:a16="http://schemas.microsoft.com/office/drawing/2014/main" id="{FC838DAC-1C0C-44E1-8659-7D06605EAED6}"/>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8ED4A271-4FA0-339A-A594-1B2F123DB8A2}"/>
              </a:ext>
            </a:extLst>
          </p:cNvPr>
          <p:cNvSpPr>
            <a:spLocks noGrp="1"/>
          </p:cNvSpPr>
          <p:nvPr>
            <p:ph type="body" sz="quarter" idx="10"/>
          </p:nvPr>
        </p:nvSpPr>
        <p:spPr/>
        <p:txBody>
          <a:bodyPr/>
          <a:lstStyle/>
          <a:p>
            <a:r>
              <a:rPr lang="en-GB" dirty="0"/>
              <a:t>MAPS the GWA created as part of the EXEC CICS ENABLE PROGRAM command.</a:t>
            </a:r>
          </a:p>
          <a:p>
            <a:r>
              <a:rPr lang="en-GB" dirty="0"/>
              <a:t>Fields are:</a:t>
            </a:r>
          </a:p>
          <a:p>
            <a:pPr marL="457200" indent="-457200">
              <a:buFont typeface="Arial" panose="020B0604020202020204" pitchFamily="34" charset="0"/>
              <a:buChar char="•"/>
            </a:pPr>
            <a:r>
              <a:rPr lang="en-GB" dirty="0"/>
              <a:t>GWAEYE – Eyecatcher to aid debugging</a:t>
            </a:r>
          </a:p>
          <a:p>
            <a:pPr marL="457200" indent="-457200">
              <a:buFont typeface="Arial" panose="020B0604020202020204" pitchFamily="34" charset="0"/>
              <a:buChar char="•"/>
            </a:pPr>
            <a:r>
              <a:rPr lang="en-GB" dirty="0"/>
              <a:t>GWASET – Indictor of which FILESET to use.  Currently will contain ‘A’ or ‘B’</a:t>
            </a:r>
          </a:p>
          <a:p>
            <a:pPr marL="457200" indent="-457200">
              <a:buFont typeface="Arial" panose="020B0604020202020204" pitchFamily="34" charset="0"/>
              <a:buChar char="•"/>
            </a:pPr>
            <a:r>
              <a:rPr lang="en-GB" dirty="0"/>
              <a:t>GWAFLIST – an array of 8-byte FILE names which are eligible for switching.  It is recommended that the most heavily accessed files are first in the list. If a file name isn’t found in the list, the filename specified in the API command is passed unaltered to CICS file control.</a:t>
            </a:r>
          </a:p>
          <a:p>
            <a:pPr marL="457200" indent="-457200">
              <a:buFont typeface="Arial" panose="020B0604020202020204" pitchFamily="34" charset="0"/>
              <a:buChar char="•"/>
            </a:pPr>
            <a:r>
              <a:rPr lang="en-GB" dirty="0"/>
              <a:t>GWAFLLEN – Length of the file array</a:t>
            </a:r>
          </a:p>
          <a:p>
            <a:pPr marL="457200" indent="-457200">
              <a:buFont typeface="Arial" panose="020B0604020202020204" pitchFamily="34" charset="0"/>
              <a:buChar char="•"/>
            </a:pPr>
            <a:r>
              <a:rPr lang="en-GB" dirty="0"/>
              <a:t>GWALEN – length of the GWA structure</a:t>
            </a:r>
          </a:p>
          <a:p>
            <a:pPr marL="457200" indent="-457200">
              <a:buFont typeface="Arial" panose="020B0604020202020204" pitchFamily="34" charset="0"/>
              <a:buChar char="•"/>
            </a:pPr>
            <a:r>
              <a:rPr lang="en-GB" dirty="0" err="1"/>
              <a:t>GWAFiLEN</a:t>
            </a:r>
            <a:r>
              <a:rPr lang="en-GB" dirty="0"/>
              <a:t> – the number of files in the file array.</a:t>
            </a:r>
          </a:p>
        </p:txBody>
      </p:sp>
    </p:spTree>
    <p:extLst>
      <p:ext uri="{BB962C8B-B14F-4D97-AF65-F5344CB8AC3E}">
        <p14:creationId xmlns:p14="http://schemas.microsoft.com/office/powerpoint/2010/main" val="372225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87581E-1632-B353-5862-2D690718C23C}"/>
              </a:ext>
            </a:extLst>
          </p:cNvPr>
          <p:cNvSpPr>
            <a:spLocks noGrp="1"/>
          </p:cNvSpPr>
          <p:nvPr>
            <p:ph type="body" sz="quarter" idx="11"/>
          </p:nvPr>
        </p:nvSpPr>
        <p:spPr>
          <a:xfrm>
            <a:off x="1371600" y="1823793"/>
            <a:ext cx="21107400" cy="662810"/>
          </a:xfrm>
        </p:spPr>
        <p:txBody>
          <a:bodyPr/>
          <a:lstStyle/>
          <a:p>
            <a:r>
              <a:rPr lang="en-GB" dirty="0"/>
              <a:t>Assembler and COBOL</a:t>
            </a:r>
          </a:p>
        </p:txBody>
      </p:sp>
      <p:sp>
        <p:nvSpPr>
          <p:cNvPr id="3" name="Title 2">
            <a:extLst>
              <a:ext uri="{FF2B5EF4-FFF2-40B4-BE49-F238E27FC236}">
                <a16:creationId xmlns:a16="http://schemas.microsoft.com/office/drawing/2014/main" id="{BF7BF01E-73E4-54E2-539C-5404D51FD7E8}"/>
              </a:ext>
            </a:extLst>
          </p:cNvPr>
          <p:cNvSpPr>
            <a:spLocks noGrp="1"/>
          </p:cNvSpPr>
          <p:nvPr>
            <p:ph type="title"/>
          </p:nvPr>
        </p:nvSpPr>
        <p:spPr/>
        <p:txBody>
          <a:bodyPr/>
          <a:lstStyle/>
          <a:p>
            <a:r>
              <a:rPr lang="en-GB" dirty="0"/>
              <a:t>EXITDATA</a:t>
            </a:r>
          </a:p>
        </p:txBody>
      </p:sp>
      <p:sp>
        <p:nvSpPr>
          <p:cNvPr id="4" name="Slide Number Placeholder 3">
            <a:extLst>
              <a:ext uri="{FF2B5EF4-FFF2-40B4-BE49-F238E27FC236}">
                <a16:creationId xmlns:a16="http://schemas.microsoft.com/office/drawing/2014/main" id="{0350B740-9C66-5FD1-7E7A-53DE523B6924}"/>
              </a:ext>
            </a:extLst>
          </p:cNvPr>
          <p:cNvSpPr>
            <a:spLocks noGrp="1"/>
          </p:cNvSpPr>
          <p:nvPr>
            <p:ph type="sldNum" sz="quarter" idx="4"/>
          </p:nvPr>
        </p:nvSpPr>
        <p:spPr/>
        <p:txBody>
          <a:bodyPr/>
          <a:lstStyle/>
          <a:p>
            <a:fld id="{5F4730B7-9024-F145-844A-A9961A63A2B3}" type="slidenum">
              <a:rPr lang="en-US" smtClean="0"/>
              <a:pPr/>
              <a:t>29</a:t>
            </a:fld>
            <a:endParaRPr lang="en-US" dirty="0"/>
          </a:p>
        </p:txBody>
      </p:sp>
      <p:sp>
        <p:nvSpPr>
          <p:cNvPr id="5" name="Footer Placeholder 4">
            <a:extLst>
              <a:ext uri="{FF2B5EF4-FFF2-40B4-BE49-F238E27FC236}">
                <a16:creationId xmlns:a16="http://schemas.microsoft.com/office/drawing/2014/main" id="{D0865754-9079-B4BC-F396-56F738C4ADB1}"/>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B80C222B-C268-DED9-FC6E-F1DA0D7EC6F0}"/>
              </a:ext>
            </a:extLst>
          </p:cNvPr>
          <p:cNvSpPr>
            <a:spLocks noGrp="1"/>
          </p:cNvSpPr>
          <p:nvPr>
            <p:ph type="body" sz="quarter" idx="10"/>
          </p:nvPr>
        </p:nvSpPr>
        <p:spPr/>
        <p:txBody>
          <a:bodyPr/>
          <a:lstStyle/>
          <a:p>
            <a:r>
              <a:rPr lang="en-GB" dirty="0"/>
              <a:t>This DESECT/COPYBOOK contains data constants used by the SMPFCREQ and EXITMAIN programs to populate the GWA and task user token structures.</a:t>
            </a:r>
          </a:p>
          <a:p>
            <a:r>
              <a:rPr lang="en-GB" dirty="0"/>
              <a:t>Fields are:</a:t>
            </a:r>
          </a:p>
          <a:p>
            <a:pPr marL="457200" indent="-457200">
              <a:buFont typeface="Arial" panose="020B0604020202020204" pitchFamily="34" charset="0"/>
              <a:buChar char="•"/>
            </a:pPr>
            <a:r>
              <a:rPr lang="en-GB" dirty="0"/>
              <a:t>UEPPGMNM – Program name of the sample program, checked when searching for the task token structure</a:t>
            </a:r>
          </a:p>
          <a:p>
            <a:pPr marL="457200" indent="-457200">
              <a:buFont typeface="Arial" panose="020B0604020202020204" pitchFamily="34" charset="0"/>
              <a:buChar char="•"/>
            </a:pPr>
            <a:r>
              <a:rPr lang="en-GB" dirty="0"/>
              <a:t>UEPFSETA – FILESET A indicator</a:t>
            </a:r>
          </a:p>
          <a:p>
            <a:pPr marL="457200" indent="-457200">
              <a:buFont typeface="Arial" panose="020B0604020202020204" pitchFamily="34" charset="0"/>
              <a:buChar char="•"/>
            </a:pPr>
            <a:r>
              <a:rPr lang="en-GB" dirty="0"/>
              <a:t>UEPFSETB – FILESET B indicator</a:t>
            </a:r>
          </a:p>
          <a:p>
            <a:pPr marL="457200" indent="-457200">
              <a:buFont typeface="Arial" panose="020B0604020202020204" pitchFamily="34" charset="0"/>
              <a:buChar char="•"/>
            </a:pPr>
            <a:r>
              <a:rPr lang="en-GB" dirty="0"/>
              <a:t>UEPEYE – task token structure eyecatcher</a:t>
            </a:r>
          </a:p>
          <a:p>
            <a:pPr marL="457200" indent="-457200">
              <a:buFont typeface="Arial" panose="020B0604020202020204" pitchFamily="34" charset="0"/>
              <a:buChar char="•"/>
            </a:pPr>
            <a:r>
              <a:rPr lang="en-GB" dirty="0"/>
              <a:t>GWAEYE – GWA structure eyecatcher</a:t>
            </a:r>
          </a:p>
          <a:p>
            <a:pPr marL="457200" indent="-457200">
              <a:buFont typeface="Arial" panose="020B0604020202020204" pitchFamily="34" charset="0"/>
              <a:buChar char="•"/>
            </a:pPr>
            <a:r>
              <a:rPr lang="en-GB" dirty="0"/>
              <a:t>GWAFSETA – GWA FILESET A indicator</a:t>
            </a:r>
          </a:p>
          <a:p>
            <a:pPr marL="457200" indent="-457200">
              <a:buFont typeface="Arial" panose="020B0604020202020204" pitchFamily="34" charset="0"/>
              <a:buChar char="•"/>
            </a:pPr>
            <a:r>
              <a:rPr lang="en-GB" dirty="0"/>
              <a:t>GWAFSETB – GWA FILESET B indicator</a:t>
            </a:r>
          </a:p>
          <a:p>
            <a:pPr marL="457200" indent="-457200">
              <a:buFont typeface="Arial" panose="020B0604020202020204" pitchFamily="34" charset="0"/>
              <a:buChar char="•"/>
            </a:pPr>
            <a:r>
              <a:rPr lang="en-GB" dirty="0"/>
              <a:t>FILELIST – List of eligible files which is copied into the GWA as part of exit initialisation.</a:t>
            </a:r>
          </a:p>
          <a:p>
            <a:pPr marL="925200" lvl="1" indent="-457200"/>
            <a:r>
              <a:rPr lang="en-GB" dirty="0"/>
              <a:t>It is recommended that the most heavily accessed eligible files appear at the top of the list. This will reduce to search time to locate the file. </a:t>
            </a:r>
          </a:p>
          <a:p>
            <a:pPr marL="457200" indent="-457200">
              <a:buFont typeface="Arial" panose="020B0604020202020204" pitchFamily="34" charset="0"/>
              <a:buChar char="•"/>
            </a:pPr>
            <a:r>
              <a:rPr lang="en-GB" dirty="0"/>
              <a:t>FILELLEN – Length of the file list</a:t>
            </a:r>
          </a:p>
          <a:p>
            <a:pPr marL="457200" indent="-457200"/>
            <a:endParaRPr lang="en-GB" dirty="0"/>
          </a:p>
        </p:txBody>
      </p:sp>
    </p:spTree>
    <p:extLst>
      <p:ext uri="{BB962C8B-B14F-4D97-AF65-F5344CB8AC3E}">
        <p14:creationId xmlns:p14="http://schemas.microsoft.com/office/powerpoint/2010/main" val="29543099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61AB6-283F-76DD-BEE7-C93160CF317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D2E34BD-5FC3-8AC7-32F2-6E382E735C34}"/>
              </a:ext>
            </a:extLst>
          </p:cNvPr>
          <p:cNvSpPr>
            <a:spLocks noGrp="1"/>
          </p:cNvSpPr>
          <p:nvPr>
            <p:ph type="body" sz="quarter" idx="11"/>
          </p:nvPr>
        </p:nvSpPr>
        <p:spPr>
          <a:xfrm>
            <a:off x="1371600" y="1823793"/>
            <a:ext cx="21107400" cy="662810"/>
          </a:xfrm>
        </p:spPr>
        <p:txBody>
          <a:bodyPr/>
          <a:lstStyle/>
          <a:p>
            <a:r>
              <a:rPr lang="en-GB" dirty="0"/>
              <a:t>Assembler and COBOL</a:t>
            </a:r>
          </a:p>
        </p:txBody>
      </p:sp>
      <p:sp>
        <p:nvSpPr>
          <p:cNvPr id="3" name="Title 2">
            <a:extLst>
              <a:ext uri="{FF2B5EF4-FFF2-40B4-BE49-F238E27FC236}">
                <a16:creationId xmlns:a16="http://schemas.microsoft.com/office/drawing/2014/main" id="{34BD3387-E12E-8363-CF8B-6B59A6302B2D}"/>
              </a:ext>
            </a:extLst>
          </p:cNvPr>
          <p:cNvSpPr>
            <a:spLocks noGrp="1"/>
          </p:cNvSpPr>
          <p:nvPr>
            <p:ph type="title"/>
          </p:nvPr>
        </p:nvSpPr>
        <p:spPr/>
        <p:txBody>
          <a:bodyPr/>
          <a:lstStyle/>
          <a:p>
            <a:r>
              <a:rPr lang="en-GB" dirty="0"/>
              <a:t>UEPTSMAP</a:t>
            </a:r>
          </a:p>
        </p:txBody>
      </p:sp>
      <p:sp>
        <p:nvSpPr>
          <p:cNvPr id="4" name="Slide Number Placeholder 3">
            <a:extLst>
              <a:ext uri="{FF2B5EF4-FFF2-40B4-BE49-F238E27FC236}">
                <a16:creationId xmlns:a16="http://schemas.microsoft.com/office/drawing/2014/main" id="{6984366A-CDAB-D0CF-B695-F53A3129A6D1}"/>
              </a:ext>
            </a:extLst>
          </p:cNvPr>
          <p:cNvSpPr>
            <a:spLocks noGrp="1"/>
          </p:cNvSpPr>
          <p:nvPr>
            <p:ph type="sldNum" sz="quarter" idx="4"/>
          </p:nvPr>
        </p:nvSpPr>
        <p:spPr/>
        <p:txBody>
          <a:bodyPr/>
          <a:lstStyle/>
          <a:p>
            <a:fld id="{5F4730B7-9024-F145-844A-A9961A63A2B3}" type="slidenum">
              <a:rPr lang="en-US" smtClean="0"/>
              <a:pPr/>
              <a:t>30</a:t>
            </a:fld>
            <a:endParaRPr lang="en-US" dirty="0"/>
          </a:p>
        </p:txBody>
      </p:sp>
      <p:sp>
        <p:nvSpPr>
          <p:cNvPr id="5" name="Footer Placeholder 4">
            <a:extLst>
              <a:ext uri="{FF2B5EF4-FFF2-40B4-BE49-F238E27FC236}">
                <a16:creationId xmlns:a16="http://schemas.microsoft.com/office/drawing/2014/main" id="{AFCB01F4-E0E0-3DB8-F9ED-236FB13580C8}"/>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2B548646-94F6-D61B-530E-55E7710C473A}"/>
              </a:ext>
            </a:extLst>
          </p:cNvPr>
          <p:cNvSpPr>
            <a:spLocks noGrp="1"/>
          </p:cNvSpPr>
          <p:nvPr>
            <p:ph type="body" sz="quarter" idx="10"/>
          </p:nvPr>
        </p:nvSpPr>
        <p:spPr/>
        <p:txBody>
          <a:bodyPr/>
          <a:lstStyle/>
          <a:p>
            <a:r>
              <a:rPr lang="en-GB" dirty="0"/>
              <a:t>This DESECT/COPYBOOK maps the task token structure referenced by the UEPTSTOK field in the exit parameter list.</a:t>
            </a:r>
          </a:p>
          <a:p>
            <a:r>
              <a:rPr lang="en-GB" dirty="0"/>
              <a:t>On first entry UEPTSTOK will contain the address of EISEXITT which will contain 0.   When this task token area is created, its address will be stored in EISEXITT or the chain reference by it. </a:t>
            </a:r>
          </a:p>
          <a:p>
            <a:r>
              <a:rPr lang="en-GB" dirty="0"/>
              <a:t>See </a:t>
            </a:r>
            <a:r>
              <a:rPr lang="en-US" dirty="0">
                <a:hlinkClick r:id="rId2"/>
              </a:rPr>
              <a:t>Using the task token UEPTSTOK - IBM Documentation</a:t>
            </a:r>
            <a:r>
              <a:rPr lang="en-US" dirty="0"/>
              <a:t> for details on the use of this field, including use by multiple programs at the same exit point.</a:t>
            </a:r>
          </a:p>
          <a:p>
            <a:r>
              <a:rPr lang="en-US" dirty="0"/>
              <a:t>Fields are:</a:t>
            </a:r>
          </a:p>
          <a:p>
            <a:pPr marL="457200" indent="-457200">
              <a:buFont typeface="Arial" panose="020B0604020202020204" pitchFamily="34" charset="0"/>
              <a:buChar char="•"/>
            </a:pPr>
            <a:r>
              <a:rPr lang="en-US" dirty="0"/>
              <a:t>UEPNEXT – address of the next exit block in the chain</a:t>
            </a:r>
          </a:p>
          <a:p>
            <a:pPr marL="457200" indent="-457200">
              <a:buFont typeface="Arial" panose="020B0604020202020204" pitchFamily="34" charset="0"/>
              <a:buChar char="•"/>
            </a:pPr>
            <a:r>
              <a:rPr lang="en-US" dirty="0"/>
              <a:t>UEPPROG – name of the program owning this structure (should match the SMPFCREQ program name)</a:t>
            </a:r>
          </a:p>
          <a:p>
            <a:pPr marL="457200" indent="-457200">
              <a:buFont typeface="Arial" panose="020B0604020202020204" pitchFamily="34" charset="0"/>
              <a:buChar char="•"/>
            </a:pPr>
            <a:r>
              <a:rPr lang="en-US" dirty="0"/>
              <a:t>UEPEYE – Exit block eyecatcher</a:t>
            </a:r>
          </a:p>
          <a:p>
            <a:pPr marL="457200" indent="-457200">
              <a:buFont typeface="Arial" panose="020B0604020202020204" pitchFamily="34" charset="0"/>
              <a:buChar char="•"/>
            </a:pPr>
            <a:r>
              <a:rPr lang="en-US" dirty="0"/>
              <a:t>UEPFSET – FILESET in use by this task</a:t>
            </a:r>
          </a:p>
          <a:p>
            <a:pPr marL="457200" indent="-457200">
              <a:buFont typeface="Arial" panose="020B0604020202020204" pitchFamily="34" charset="0"/>
              <a:buChar char="•"/>
            </a:pPr>
            <a:r>
              <a:rPr lang="en-US" dirty="0"/>
              <a:t>UEPFCHAR – character used to replace first character of eligible file (based on FILESET)</a:t>
            </a:r>
          </a:p>
          <a:p>
            <a:pPr marL="457200" indent="-457200">
              <a:buFont typeface="Arial" panose="020B0604020202020204" pitchFamily="34" charset="0"/>
              <a:buChar char="•"/>
            </a:pPr>
            <a:r>
              <a:rPr lang="en-US" dirty="0"/>
              <a:t>UEPFILE – Current file </a:t>
            </a:r>
          </a:p>
          <a:p>
            <a:pPr marL="457200" indent="-457200">
              <a:buFont typeface="Arial" panose="020B0604020202020204" pitchFamily="34" charset="0"/>
              <a:buChar char="•"/>
            </a:pPr>
            <a:r>
              <a:rPr lang="en-US" dirty="0"/>
              <a:t>UEPNFILE – new file name after alteration based on FILESET substitution</a:t>
            </a:r>
          </a:p>
          <a:p>
            <a:pPr marL="457200" indent="-457200">
              <a:buFont typeface="Arial" panose="020B0604020202020204" pitchFamily="34" charset="0"/>
              <a:buChar char="•"/>
            </a:pPr>
            <a:endParaRPr lang="en-GB" dirty="0"/>
          </a:p>
        </p:txBody>
      </p:sp>
    </p:spTree>
    <p:extLst>
      <p:ext uri="{BB962C8B-B14F-4D97-AF65-F5344CB8AC3E}">
        <p14:creationId xmlns:p14="http://schemas.microsoft.com/office/powerpoint/2010/main" val="3269806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2F7525-66E8-6A10-2844-BC3EEBB3EAC3}"/>
              </a:ext>
            </a:extLst>
          </p:cNvPr>
          <p:cNvSpPr>
            <a:spLocks noGrp="1"/>
          </p:cNvSpPr>
          <p:nvPr>
            <p:ph type="body" sz="quarter" idx="11"/>
          </p:nvPr>
        </p:nvSpPr>
        <p:spPr>
          <a:xfrm>
            <a:off x="1371600" y="1823793"/>
            <a:ext cx="21107400" cy="662810"/>
          </a:xfrm>
        </p:spPr>
        <p:txBody>
          <a:bodyPr/>
          <a:lstStyle/>
          <a:p>
            <a:r>
              <a:rPr lang="en-GB" dirty="0"/>
              <a:t>Program to perform exit enable, disable, display and update</a:t>
            </a:r>
          </a:p>
        </p:txBody>
      </p:sp>
      <p:sp>
        <p:nvSpPr>
          <p:cNvPr id="3" name="Title 2">
            <a:extLst>
              <a:ext uri="{FF2B5EF4-FFF2-40B4-BE49-F238E27FC236}">
                <a16:creationId xmlns:a16="http://schemas.microsoft.com/office/drawing/2014/main" id="{02DEC10D-5C3E-1D9E-37EA-41BD6C6BA38C}"/>
              </a:ext>
            </a:extLst>
          </p:cNvPr>
          <p:cNvSpPr>
            <a:spLocks noGrp="1"/>
          </p:cNvSpPr>
          <p:nvPr>
            <p:ph type="title"/>
          </p:nvPr>
        </p:nvSpPr>
        <p:spPr/>
        <p:txBody>
          <a:bodyPr/>
          <a:lstStyle/>
          <a:p>
            <a:r>
              <a:rPr lang="en-GB" dirty="0"/>
              <a:t>EXITMAIN</a:t>
            </a:r>
          </a:p>
        </p:txBody>
      </p:sp>
      <p:sp>
        <p:nvSpPr>
          <p:cNvPr id="4" name="Slide Number Placeholder 3">
            <a:extLst>
              <a:ext uri="{FF2B5EF4-FFF2-40B4-BE49-F238E27FC236}">
                <a16:creationId xmlns:a16="http://schemas.microsoft.com/office/drawing/2014/main" id="{EBDD3735-AFD2-D274-E3BC-7C481B754D6C}"/>
              </a:ext>
            </a:extLst>
          </p:cNvPr>
          <p:cNvSpPr>
            <a:spLocks noGrp="1"/>
          </p:cNvSpPr>
          <p:nvPr>
            <p:ph type="sldNum" sz="quarter" idx="4"/>
          </p:nvPr>
        </p:nvSpPr>
        <p:spPr/>
        <p:txBody>
          <a:bodyPr/>
          <a:lstStyle/>
          <a:p>
            <a:fld id="{5F4730B7-9024-F145-844A-A9961A63A2B3}" type="slidenum">
              <a:rPr lang="en-US" smtClean="0"/>
              <a:pPr/>
              <a:t>31</a:t>
            </a:fld>
            <a:endParaRPr lang="en-US" dirty="0"/>
          </a:p>
        </p:txBody>
      </p:sp>
      <p:sp>
        <p:nvSpPr>
          <p:cNvPr id="5" name="Footer Placeholder 4">
            <a:extLst>
              <a:ext uri="{FF2B5EF4-FFF2-40B4-BE49-F238E27FC236}">
                <a16:creationId xmlns:a16="http://schemas.microsoft.com/office/drawing/2014/main" id="{C1A0BE3A-B659-7FC0-6E3D-2C56F6C8A51C}"/>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21EFB7AD-B5B8-9C53-01DD-D8565611758E}"/>
              </a:ext>
            </a:extLst>
          </p:cNvPr>
          <p:cNvSpPr>
            <a:spLocks noGrp="1"/>
          </p:cNvSpPr>
          <p:nvPr>
            <p:ph type="body" sz="quarter" idx="10"/>
          </p:nvPr>
        </p:nvSpPr>
        <p:spPr/>
        <p:txBody>
          <a:bodyPr/>
          <a:lstStyle/>
          <a:p>
            <a:r>
              <a:rPr lang="en-GB" dirty="0"/>
              <a:t>This sample program can be invoked via a console, 3270 display or directly via the PLT.</a:t>
            </a:r>
          </a:p>
          <a:p>
            <a:r>
              <a:rPr lang="en-GB" dirty="0"/>
              <a:t>If invoked by PLT, an INITPARM SIT parameter must be specified for the EXITMAIN program.</a:t>
            </a:r>
          </a:p>
          <a:p>
            <a:r>
              <a:rPr lang="en-GB" dirty="0"/>
              <a:t>The program accepts commands:</a:t>
            </a:r>
          </a:p>
          <a:p>
            <a:pPr marL="457200" indent="-457200">
              <a:buFont typeface="Arial" panose="020B0604020202020204" pitchFamily="34" charset="0"/>
              <a:buChar char="•"/>
            </a:pPr>
            <a:r>
              <a:rPr lang="en-GB" dirty="0"/>
              <a:t>ENABLE &lt;FILESET&gt;</a:t>
            </a:r>
          </a:p>
          <a:p>
            <a:pPr marL="457200" indent="-457200">
              <a:buFont typeface="Arial" panose="020B0604020202020204" pitchFamily="34" charset="0"/>
              <a:buChar char="•"/>
            </a:pPr>
            <a:r>
              <a:rPr lang="en-GB" dirty="0"/>
              <a:t>DISABLE</a:t>
            </a:r>
          </a:p>
          <a:p>
            <a:pPr marL="457200" indent="-457200">
              <a:buFont typeface="Arial" panose="020B0604020202020204" pitchFamily="34" charset="0"/>
              <a:buChar char="•"/>
            </a:pPr>
            <a:r>
              <a:rPr lang="en-GB" dirty="0"/>
              <a:t>DISPLAY</a:t>
            </a:r>
          </a:p>
          <a:p>
            <a:pPr marL="457200" indent="-457200">
              <a:buFont typeface="Arial" panose="020B0604020202020204" pitchFamily="34" charset="0"/>
              <a:buChar char="•"/>
            </a:pPr>
            <a:r>
              <a:rPr lang="en-GB" dirty="0"/>
              <a:t>UPDATE &lt;FILESET&gt; </a:t>
            </a:r>
          </a:p>
          <a:p>
            <a:pPr marL="457200" indent="-457200">
              <a:buFontTx/>
              <a:buChar char="-"/>
            </a:pPr>
            <a:r>
              <a:rPr lang="en-GB" dirty="0"/>
              <a:t>FILESET is a single character ‘A’ or ‘B’</a:t>
            </a:r>
          </a:p>
          <a:p>
            <a:pPr marL="457200" indent="-457200">
              <a:buFontTx/>
              <a:buChar char="-"/>
            </a:pPr>
            <a:endParaRPr lang="en-GB" dirty="0"/>
          </a:p>
          <a:p>
            <a:r>
              <a:rPr lang="en-GB" dirty="0"/>
              <a:t>The exit will issue status messages and write to a TS queue call EADEDIAG.  </a:t>
            </a:r>
          </a:p>
        </p:txBody>
      </p:sp>
    </p:spTree>
    <p:extLst>
      <p:ext uri="{BB962C8B-B14F-4D97-AF65-F5344CB8AC3E}">
        <p14:creationId xmlns:p14="http://schemas.microsoft.com/office/powerpoint/2010/main" val="16935275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43C41-B8AF-2F8A-D5F9-604ECB607AA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88C8AD2-360C-E2E5-D03A-F154781D8C66}"/>
              </a:ext>
            </a:extLst>
          </p:cNvPr>
          <p:cNvSpPr>
            <a:spLocks noGrp="1"/>
          </p:cNvSpPr>
          <p:nvPr>
            <p:ph type="body" sz="quarter" idx="11"/>
          </p:nvPr>
        </p:nvSpPr>
        <p:spPr>
          <a:xfrm>
            <a:off x="1371600" y="1823793"/>
            <a:ext cx="21107400" cy="662810"/>
          </a:xfrm>
        </p:spPr>
        <p:txBody>
          <a:bodyPr/>
          <a:lstStyle/>
          <a:p>
            <a:r>
              <a:rPr lang="en-GB" dirty="0"/>
              <a:t>Invoking the program</a:t>
            </a:r>
          </a:p>
        </p:txBody>
      </p:sp>
      <p:sp>
        <p:nvSpPr>
          <p:cNvPr id="3" name="Title 2">
            <a:extLst>
              <a:ext uri="{FF2B5EF4-FFF2-40B4-BE49-F238E27FC236}">
                <a16:creationId xmlns:a16="http://schemas.microsoft.com/office/drawing/2014/main" id="{DC6D8B47-6605-AADA-1C96-47CB1CC2DF42}"/>
              </a:ext>
            </a:extLst>
          </p:cNvPr>
          <p:cNvSpPr>
            <a:spLocks noGrp="1"/>
          </p:cNvSpPr>
          <p:nvPr>
            <p:ph type="title"/>
          </p:nvPr>
        </p:nvSpPr>
        <p:spPr/>
        <p:txBody>
          <a:bodyPr/>
          <a:lstStyle/>
          <a:p>
            <a:r>
              <a:rPr lang="en-GB" dirty="0"/>
              <a:t>EXITMAIN</a:t>
            </a:r>
          </a:p>
        </p:txBody>
      </p:sp>
      <p:sp>
        <p:nvSpPr>
          <p:cNvPr id="4" name="Slide Number Placeholder 3">
            <a:extLst>
              <a:ext uri="{FF2B5EF4-FFF2-40B4-BE49-F238E27FC236}">
                <a16:creationId xmlns:a16="http://schemas.microsoft.com/office/drawing/2014/main" id="{507176FC-0996-704E-72CF-0225D6F76608}"/>
              </a:ext>
            </a:extLst>
          </p:cNvPr>
          <p:cNvSpPr>
            <a:spLocks noGrp="1"/>
          </p:cNvSpPr>
          <p:nvPr>
            <p:ph type="sldNum" sz="quarter" idx="4"/>
          </p:nvPr>
        </p:nvSpPr>
        <p:spPr/>
        <p:txBody>
          <a:bodyPr/>
          <a:lstStyle/>
          <a:p>
            <a:fld id="{5F4730B7-9024-F145-844A-A9961A63A2B3}" type="slidenum">
              <a:rPr lang="en-US" smtClean="0"/>
              <a:pPr/>
              <a:t>32</a:t>
            </a:fld>
            <a:endParaRPr lang="en-US" dirty="0"/>
          </a:p>
        </p:txBody>
      </p:sp>
      <p:sp>
        <p:nvSpPr>
          <p:cNvPr id="5" name="Footer Placeholder 4">
            <a:extLst>
              <a:ext uri="{FF2B5EF4-FFF2-40B4-BE49-F238E27FC236}">
                <a16:creationId xmlns:a16="http://schemas.microsoft.com/office/drawing/2014/main" id="{EA1F9FC9-EB92-A77D-AF27-31651107EF53}"/>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A79A2C10-C435-06E3-2C96-F17C919C524F}"/>
              </a:ext>
            </a:extLst>
          </p:cNvPr>
          <p:cNvSpPr>
            <a:spLocks noGrp="1"/>
          </p:cNvSpPr>
          <p:nvPr>
            <p:ph type="body" sz="quarter" idx="10"/>
          </p:nvPr>
        </p:nvSpPr>
        <p:spPr/>
        <p:txBody>
          <a:bodyPr/>
          <a:lstStyle/>
          <a:p>
            <a:r>
              <a:rPr lang="en-GB" b="1" u="sng" dirty="0"/>
              <a:t>Invoking as part of PLTPI processing</a:t>
            </a:r>
          </a:p>
          <a:p>
            <a:pPr marL="457200" indent="-457200">
              <a:buFont typeface="Arial" panose="020B0604020202020204" pitchFamily="34" charset="0"/>
              <a:buChar char="•"/>
            </a:pPr>
            <a:r>
              <a:rPr lang="en-GB" dirty="0"/>
              <a:t>ENABLE A – Will enable the exit and initialise the GWA to use FILESET A </a:t>
            </a:r>
          </a:p>
          <a:p>
            <a:pPr marL="457200" indent="-457200">
              <a:buFont typeface="Arial" panose="020B0604020202020204" pitchFamily="34" charset="0"/>
              <a:buChar char="•"/>
            </a:pPr>
            <a:r>
              <a:rPr lang="en-GB" dirty="0"/>
              <a:t>ENABLE B - Will enable the exit and initialise the GWA to use FILESET B</a:t>
            </a:r>
          </a:p>
          <a:p>
            <a:r>
              <a:rPr lang="en-GB" b="1" u="sng" dirty="0"/>
              <a:t>Invoking via console command</a:t>
            </a:r>
          </a:p>
          <a:p>
            <a:r>
              <a:rPr lang="en-GB" dirty="0"/>
              <a:t>F &lt;CICSNAME&gt;,MAIN ENABLE A	- Will enable the exit and initialise the GWA to use FILESET A </a:t>
            </a:r>
          </a:p>
          <a:p>
            <a:r>
              <a:rPr lang="en-GB" dirty="0"/>
              <a:t>F &lt;CICSNAME&gt;, MAIN ENABLE B	  -Will enable the exit and initialise the GWA to use FILESET B </a:t>
            </a:r>
          </a:p>
          <a:p>
            <a:r>
              <a:rPr lang="en-GB" dirty="0"/>
              <a:t>F &lt;CICSNAME&gt;, MAIN DISABLE	- Will STOP and DISABLE to EXIT</a:t>
            </a:r>
          </a:p>
          <a:p>
            <a:r>
              <a:rPr lang="en-GB" dirty="0"/>
              <a:t>F &lt;CICSNAME&gt;, MAIN DISPLAY	- Will DISPLAY the current FILESET in use by the exit</a:t>
            </a:r>
          </a:p>
          <a:p>
            <a:r>
              <a:rPr lang="en-GB" dirty="0"/>
              <a:t>F &lt;CICSNAME&gt;, MAIN UPDATE A	- Will UPDATE the GWA to use FILESET A</a:t>
            </a:r>
          </a:p>
          <a:p>
            <a:r>
              <a:rPr lang="en-GB" dirty="0"/>
              <a:t>F &lt;CICSNAME&gt;, MAIN UPDATE B	- Will UPDATE the GWA to use FILESET B</a:t>
            </a:r>
          </a:p>
          <a:p>
            <a:r>
              <a:rPr lang="en-GB" b="1" u="sng" dirty="0"/>
              <a:t>Invoking via 3270 </a:t>
            </a:r>
          </a:p>
          <a:p>
            <a:r>
              <a:rPr lang="en-GB" dirty="0"/>
              <a:t>MAIN &lt;parameters&gt; - the same parameters as specified via the console </a:t>
            </a:r>
          </a:p>
          <a:p>
            <a:endParaRPr lang="en-GB" dirty="0"/>
          </a:p>
          <a:p>
            <a:pPr marL="457200" indent="-457200">
              <a:buFont typeface="Arial" panose="020B0604020202020204" pitchFamily="34" charset="0"/>
              <a:buChar char="•"/>
            </a:pPr>
            <a:endParaRPr lang="en-GB" dirty="0"/>
          </a:p>
          <a:p>
            <a:pPr marL="457200" indent="-457200">
              <a:buFont typeface="Arial" panose="020B0604020202020204" pitchFamily="34" charset="0"/>
              <a:buChar char="•"/>
            </a:pPr>
            <a:endParaRPr lang="en-GB" dirty="0"/>
          </a:p>
        </p:txBody>
      </p:sp>
    </p:spTree>
    <p:extLst>
      <p:ext uri="{BB962C8B-B14F-4D97-AF65-F5344CB8AC3E}">
        <p14:creationId xmlns:p14="http://schemas.microsoft.com/office/powerpoint/2010/main" val="28129597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BD80F-1A9A-9462-2831-4AAA3D5A91E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DDFACEE-7286-6BBE-474E-62BA391CD8C8}"/>
              </a:ext>
            </a:extLst>
          </p:cNvPr>
          <p:cNvSpPr>
            <a:spLocks noGrp="1"/>
          </p:cNvSpPr>
          <p:nvPr>
            <p:ph type="body" sz="quarter" idx="11"/>
          </p:nvPr>
        </p:nvSpPr>
        <p:spPr>
          <a:xfrm>
            <a:off x="1371600" y="1823793"/>
            <a:ext cx="21107400" cy="662810"/>
          </a:xfrm>
        </p:spPr>
        <p:txBody>
          <a:bodyPr/>
          <a:lstStyle/>
          <a:p>
            <a:r>
              <a:rPr lang="en-GB" dirty="0"/>
              <a:t>DFHCSDUP input for the FOR regions  </a:t>
            </a:r>
          </a:p>
        </p:txBody>
      </p:sp>
      <p:sp>
        <p:nvSpPr>
          <p:cNvPr id="3" name="Title 2">
            <a:extLst>
              <a:ext uri="{FF2B5EF4-FFF2-40B4-BE49-F238E27FC236}">
                <a16:creationId xmlns:a16="http://schemas.microsoft.com/office/drawing/2014/main" id="{A085721E-EAB4-96CF-A311-C94934DFA6BB}"/>
              </a:ext>
            </a:extLst>
          </p:cNvPr>
          <p:cNvSpPr>
            <a:spLocks noGrp="1"/>
          </p:cNvSpPr>
          <p:nvPr>
            <p:ph type="title"/>
          </p:nvPr>
        </p:nvSpPr>
        <p:spPr/>
        <p:txBody>
          <a:bodyPr/>
          <a:lstStyle/>
          <a:p>
            <a:r>
              <a:rPr lang="en-GB" dirty="0"/>
              <a:t>CSD LOCAL</a:t>
            </a:r>
          </a:p>
        </p:txBody>
      </p:sp>
      <p:sp>
        <p:nvSpPr>
          <p:cNvPr id="4" name="Slide Number Placeholder 3">
            <a:extLst>
              <a:ext uri="{FF2B5EF4-FFF2-40B4-BE49-F238E27FC236}">
                <a16:creationId xmlns:a16="http://schemas.microsoft.com/office/drawing/2014/main" id="{1693BB40-D7BF-EF1D-F0DC-0A5C3AAAEB89}"/>
              </a:ext>
            </a:extLst>
          </p:cNvPr>
          <p:cNvSpPr>
            <a:spLocks noGrp="1"/>
          </p:cNvSpPr>
          <p:nvPr>
            <p:ph type="sldNum" sz="quarter" idx="4"/>
          </p:nvPr>
        </p:nvSpPr>
        <p:spPr/>
        <p:txBody>
          <a:bodyPr/>
          <a:lstStyle/>
          <a:p>
            <a:fld id="{5F4730B7-9024-F145-844A-A9961A63A2B3}" type="slidenum">
              <a:rPr lang="en-US" smtClean="0"/>
              <a:pPr/>
              <a:t>33</a:t>
            </a:fld>
            <a:endParaRPr lang="en-US" dirty="0"/>
          </a:p>
        </p:txBody>
      </p:sp>
      <p:sp>
        <p:nvSpPr>
          <p:cNvPr id="5" name="Footer Placeholder 4">
            <a:extLst>
              <a:ext uri="{FF2B5EF4-FFF2-40B4-BE49-F238E27FC236}">
                <a16:creationId xmlns:a16="http://schemas.microsoft.com/office/drawing/2014/main" id="{60DAE0E3-82B0-8BB6-92D5-E9E734C7080F}"/>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DFB0FD42-387C-B53B-5454-87E3F88B908C}"/>
              </a:ext>
            </a:extLst>
          </p:cNvPr>
          <p:cNvSpPr>
            <a:spLocks noGrp="1"/>
          </p:cNvSpPr>
          <p:nvPr>
            <p:ph type="body" sz="quarter" idx="10"/>
          </p:nvPr>
        </p:nvSpPr>
        <p:spPr/>
        <p:txBody>
          <a:bodyPr/>
          <a:lstStyle/>
          <a:p>
            <a:r>
              <a:rPr lang="en-GB" dirty="0"/>
              <a:t>Contains local file definitions for the six files used in this example.  </a:t>
            </a:r>
          </a:p>
          <a:p>
            <a:r>
              <a:rPr lang="en-GB" dirty="0"/>
              <a:t>The DSNAME values should be changed to name which conform to your site standards.</a:t>
            </a:r>
          </a:p>
          <a:p>
            <a:r>
              <a:rPr lang="en-GB" dirty="0"/>
              <a:t>If the exit and file in the same CICS region, these definitions should be installed.</a:t>
            </a:r>
          </a:p>
          <a:p>
            <a:endParaRPr lang="en-GB" dirty="0"/>
          </a:p>
          <a:p>
            <a:pPr marL="457200" indent="-457200">
              <a:buFont typeface="Arial" panose="020B0604020202020204" pitchFamily="34" charset="0"/>
              <a:buChar char="•"/>
            </a:pPr>
            <a:endParaRPr lang="en-GB" dirty="0"/>
          </a:p>
          <a:p>
            <a:pPr marL="457200" indent="-457200">
              <a:buFont typeface="Arial" panose="020B0604020202020204" pitchFamily="34" charset="0"/>
              <a:buChar char="•"/>
            </a:pPr>
            <a:endParaRPr lang="en-GB" dirty="0"/>
          </a:p>
        </p:txBody>
      </p:sp>
    </p:spTree>
    <p:extLst>
      <p:ext uri="{BB962C8B-B14F-4D97-AF65-F5344CB8AC3E}">
        <p14:creationId xmlns:p14="http://schemas.microsoft.com/office/powerpoint/2010/main" val="22145192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D1330-8987-5FF3-84DC-B62D8A45433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173221-86E1-2520-3D6F-17474EBC430B}"/>
              </a:ext>
            </a:extLst>
          </p:cNvPr>
          <p:cNvSpPr>
            <a:spLocks noGrp="1"/>
          </p:cNvSpPr>
          <p:nvPr>
            <p:ph type="body" sz="quarter" idx="11"/>
          </p:nvPr>
        </p:nvSpPr>
        <p:spPr>
          <a:xfrm>
            <a:off x="1371600" y="1823793"/>
            <a:ext cx="21107400" cy="662810"/>
          </a:xfrm>
        </p:spPr>
        <p:txBody>
          <a:bodyPr/>
          <a:lstStyle/>
          <a:p>
            <a:r>
              <a:rPr lang="en-GB" dirty="0"/>
              <a:t>DFHCSDUP input for the local AOR CICS Region where the EXIT will run</a:t>
            </a:r>
          </a:p>
        </p:txBody>
      </p:sp>
      <p:sp>
        <p:nvSpPr>
          <p:cNvPr id="3" name="Title 2">
            <a:extLst>
              <a:ext uri="{FF2B5EF4-FFF2-40B4-BE49-F238E27FC236}">
                <a16:creationId xmlns:a16="http://schemas.microsoft.com/office/drawing/2014/main" id="{C5313C41-D8AF-EAE6-E65F-A7ADEC288CBA}"/>
              </a:ext>
            </a:extLst>
          </p:cNvPr>
          <p:cNvSpPr>
            <a:spLocks noGrp="1"/>
          </p:cNvSpPr>
          <p:nvPr>
            <p:ph type="title"/>
          </p:nvPr>
        </p:nvSpPr>
        <p:spPr/>
        <p:txBody>
          <a:bodyPr/>
          <a:lstStyle/>
          <a:p>
            <a:r>
              <a:rPr lang="en-GB" dirty="0"/>
              <a:t>CSD-REMOTE</a:t>
            </a:r>
          </a:p>
        </p:txBody>
      </p:sp>
      <p:sp>
        <p:nvSpPr>
          <p:cNvPr id="4" name="Slide Number Placeholder 3">
            <a:extLst>
              <a:ext uri="{FF2B5EF4-FFF2-40B4-BE49-F238E27FC236}">
                <a16:creationId xmlns:a16="http://schemas.microsoft.com/office/drawing/2014/main" id="{35987347-F78B-12D0-793F-173F882E56E8}"/>
              </a:ext>
            </a:extLst>
          </p:cNvPr>
          <p:cNvSpPr>
            <a:spLocks noGrp="1"/>
          </p:cNvSpPr>
          <p:nvPr>
            <p:ph type="sldNum" sz="quarter" idx="4"/>
          </p:nvPr>
        </p:nvSpPr>
        <p:spPr/>
        <p:txBody>
          <a:bodyPr/>
          <a:lstStyle/>
          <a:p>
            <a:fld id="{5F4730B7-9024-F145-844A-A9961A63A2B3}" type="slidenum">
              <a:rPr lang="en-US" smtClean="0"/>
              <a:pPr/>
              <a:t>34</a:t>
            </a:fld>
            <a:endParaRPr lang="en-US" dirty="0"/>
          </a:p>
        </p:txBody>
      </p:sp>
      <p:sp>
        <p:nvSpPr>
          <p:cNvPr id="5" name="Footer Placeholder 4">
            <a:extLst>
              <a:ext uri="{FF2B5EF4-FFF2-40B4-BE49-F238E27FC236}">
                <a16:creationId xmlns:a16="http://schemas.microsoft.com/office/drawing/2014/main" id="{086AF78A-80C8-6649-1BD9-10F4D49D4414}"/>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A67425AD-43DD-1896-DDBE-BADFDBC67920}"/>
              </a:ext>
            </a:extLst>
          </p:cNvPr>
          <p:cNvSpPr>
            <a:spLocks noGrp="1"/>
          </p:cNvSpPr>
          <p:nvPr>
            <p:ph type="body" sz="quarter" idx="10"/>
          </p:nvPr>
        </p:nvSpPr>
        <p:spPr/>
        <p:txBody>
          <a:bodyPr/>
          <a:lstStyle/>
          <a:p>
            <a:r>
              <a:rPr lang="en-GB" dirty="0"/>
              <a:t>Contains the program and transaction definitions for the exit and maintenance programs.</a:t>
            </a:r>
          </a:p>
          <a:p>
            <a:r>
              <a:rPr lang="en-GB" dirty="0"/>
              <a:t>This file also contains remote definitions used in an AOR-FOR configuration.  The REMOTESYSTEM name of the FOR will need to be changed to match your configuration. </a:t>
            </a:r>
          </a:p>
          <a:p>
            <a:r>
              <a:rPr lang="en-GB" dirty="0"/>
              <a:t>If the exit and files are to reside in the same CICS Region, the FILE definitions in this file should not be used.</a:t>
            </a:r>
          </a:p>
          <a:p>
            <a:pPr marL="457200" indent="-457200">
              <a:buFont typeface="Arial" panose="020B0604020202020204" pitchFamily="34" charset="0"/>
              <a:buChar char="•"/>
            </a:pPr>
            <a:endParaRPr lang="en-GB" dirty="0"/>
          </a:p>
        </p:txBody>
      </p:sp>
    </p:spTree>
    <p:extLst>
      <p:ext uri="{BB962C8B-B14F-4D97-AF65-F5344CB8AC3E}">
        <p14:creationId xmlns:p14="http://schemas.microsoft.com/office/powerpoint/2010/main" val="1437739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B7738-7F63-E780-CF2A-E14AF607960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042B705-D588-D6F9-F1F5-D750A51405ED}"/>
              </a:ext>
            </a:extLst>
          </p:cNvPr>
          <p:cNvSpPr>
            <a:spLocks noGrp="1"/>
          </p:cNvSpPr>
          <p:nvPr>
            <p:ph type="body" sz="quarter" idx="11"/>
          </p:nvPr>
        </p:nvSpPr>
        <p:spPr>
          <a:xfrm>
            <a:off x="1371600" y="1823793"/>
            <a:ext cx="21107400" cy="662810"/>
          </a:xfrm>
        </p:spPr>
        <p:txBody>
          <a:bodyPr/>
          <a:lstStyle/>
          <a:p>
            <a:r>
              <a:rPr lang="en-GB" dirty="0"/>
              <a:t>DFHCSDUP input for the local AOR CICS Region where the EXIT will run</a:t>
            </a:r>
          </a:p>
        </p:txBody>
      </p:sp>
      <p:sp>
        <p:nvSpPr>
          <p:cNvPr id="3" name="Title 2">
            <a:extLst>
              <a:ext uri="{FF2B5EF4-FFF2-40B4-BE49-F238E27FC236}">
                <a16:creationId xmlns:a16="http://schemas.microsoft.com/office/drawing/2014/main" id="{980B7931-6A91-7C62-871C-47AB0937E9FB}"/>
              </a:ext>
            </a:extLst>
          </p:cNvPr>
          <p:cNvSpPr>
            <a:spLocks noGrp="1"/>
          </p:cNvSpPr>
          <p:nvPr>
            <p:ph type="title"/>
          </p:nvPr>
        </p:nvSpPr>
        <p:spPr/>
        <p:txBody>
          <a:bodyPr/>
          <a:lstStyle/>
          <a:p>
            <a:r>
              <a:rPr lang="en-GB" dirty="0"/>
              <a:t>FILES</a:t>
            </a:r>
          </a:p>
        </p:txBody>
      </p:sp>
      <p:sp>
        <p:nvSpPr>
          <p:cNvPr id="4" name="Slide Number Placeholder 3">
            <a:extLst>
              <a:ext uri="{FF2B5EF4-FFF2-40B4-BE49-F238E27FC236}">
                <a16:creationId xmlns:a16="http://schemas.microsoft.com/office/drawing/2014/main" id="{3E72404E-C1C9-BF6A-DB2A-D5A1007276C3}"/>
              </a:ext>
            </a:extLst>
          </p:cNvPr>
          <p:cNvSpPr>
            <a:spLocks noGrp="1"/>
          </p:cNvSpPr>
          <p:nvPr>
            <p:ph type="sldNum" sz="quarter" idx="4"/>
          </p:nvPr>
        </p:nvSpPr>
        <p:spPr/>
        <p:txBody>
          <a:bodyPr/>
          <a:lstStyle/>
          <a:p>
            <a:fld id="{5F4730B7-9024-F145-844A-A9961A63A2B3}" type="slidenum">
              <a:rPr lang="en-US" smtClean="0"/>
              <a:pPr/>
              <a:t>35</a:t>
            </a:fld>
            <a:endParaRPr lang="en-US" dirty="0"/>
          </a:p>
        </p:txBody>
      </p:sp>
      <p:sp>
        <p:nvSpPr>
          <p:cNvPr id="5" name="Footer Placeholder 4">
            <a:extLst>
              <a:ext uri="{FF2B5EF4-FFF2-40B4-BE49-F238E27FC236}">
                <a16:creationId xmlns:a16="http://schemas.microsoft.com/office/drawing/2014/main" id="{4EB49DF3-1FA8-AF9C-1F5F-BCDA056AF6E3}"/>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71CBBD24-A59A-DE1F-BABC-6EE44F243138}"/>
              </a:ext>
            </a:extLst>
          </p:cNvPr>
          <p:cNvSpPr>
            <a:spLocks noGrp="1"/>
          </p:cNvSpPr>
          <p:nvPr>
            <p:ph type="body" sz="quarter" idx="10"/>
          </p:nvPr>
        </p:nvSpPr>
        <p:spPr/>
        <p:txBody>
          <a:bodyPr/>
          <a:lstStyle/>
          <a:p>
            <a:r>
              <a:rPr lang="en-GB" dirty="0"/>
              <a:t>Contains the program and transaction definitions for the exit and maintenance programs.</a:t>
            </a:r>
          </a:p>
          <a:p>
            <a:r>
              <a:rPr lang="en-GB" dirty="0"/>
              <a:t>This file also contains remote definitions used in an AOR-FOR configuration.  The REMOTESYSTEM name of the FOR will need to be changed to match your configuration. </a:t>
            </a:r>
          </a:p>
          <a:p>
            <a:r>
              <a:rPr lang="en-GB" dirty="0"/>
              <a:t>If the exit and files are to reside in the same CICS Region, the FILE definitions in this file should not be used.</a:t>
            </a:r>
          </a:p>
          <a:p>
            <a:pPr marL="457200" indent="-457200">
              <a:buFont typeface="Arial" panose="020B0604020202020204" pitchFamily="34" charset="0"/>
              <a:buChar char="•"/>
            </a:pPr>
            <a:endParaRPr lang="en-GB" dirty="0"/>
          </a:p>
        </p:txBody>
      </p:sp>
    </p:spTree>
    <p:extLst>
      <p:ext uri="{BB962C8B-B14F-4D97-AF65-F5344CB8AC3E}">
        <p14:creationId xmlns:p14="http://schemas.microsoft.com/office/powerpoint/2010/main" val="1250391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50C14-5676-0E58-E1BB-18C3FA01079E}"/>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9186F81-F3C8-A0EC-3429-1504559D1D4A}"/>
              </a:ext>
            </a:extLst>
          </p:cNvPr>
          <p:cNvSpPr>
            <a:spLocks noGrp="1"/>
          </p:cNvSpPr>
          <p:nvPr>
            <p:ph type="body" sz="quarter" idx="14"/>
          </p:nvPr>
        </p:nvSpPr>
        <p:spPr/>
        <p:txBody>
          <a:bodyPr/>
          <a:lstStyle/>
          <a:p>
            <a:r>
              <a:rPr lang="en-GB" dirty="0"/>
              <a:t>Solution alternatives</a:t>
            </a:r>
          </a:p>
        </p:txBody>
      </p:sp>
      <p:sp>
        <p:nvSpPr>
          <p:cNvPr id="5" name="Footer Placeholder 4">
            <a:extLst>
              <a:ext uri="{FF2B5EF4-FFF2-40B4-BE49-F238E27FC236}">
                <a16:creationId xmlns:a16="http://schemas.microsoft.com/office/drawing/2014/main" id="{CF9A4F38-0C36-ABBE-6FE8-8A222F4FE8DE}"/>
              </a:ext>
            </a:extLst>
          </p:cNvPr>
          <p:cNvSpPr>
            <a:spLocks noGrp="1"/>
          </p:cNvSpPr>
          <p:nvPr>
            <p:ph type="ftr" sz="quarter" idx="16"/>
          </p:nvPr>
        </p:nvSpPr>
        <p:spPr/>
        <p:txBody>
          <a:bodyPr/>
          <a:lstStyle/>
          <a:p>
            <a:r>
              <a:rPr lang="en-US"/>
              <a:t>IBM CICS sample: XFCREQ </a:t>
            </a:r>
            <a:endParaRPr lang="en-US" dirty="0"/>
          </a:p>
        </p:txBody>
      </p:sp>
      <p:sp>
        <p:nvSpPr>
          <p:cNvPr id="4" name="Slide Number Placeholder 3">
            <a:extLst>
              <a:ext uri="{FF2B5EF4-FFF2-40B4-BE49-F238E27FC236}">
                <a16:creationId xmlns:a16="http://schemas.microsoft.com/office/drawing/2014/main" id="{827B734D-E9A0-B0AA-5394-82CCE8D35EAE}"/>
              </a:ext>
            </a:extLst>
          </p:cNvPr>
          <p:cNvSpPr>
            <a:spLocks noGrp="1"/>
          </p:cNvSpPr>
          <p:nvPr>
            <p:ph type="sldNum" sz="quarter" idx="17"/>
          </p:nvPr>
        </p:nvSpPr>
        <p:spPr/>
        <p:txBody>
          <a:bodyPr/>
          <a:lstStyle/>
          <a:p>
            <a:fld id="{5F4730B7-9024-F145-844A-A9961A63A2B3}" type="slidenum">
              <a:rPr lang="en-US" smtClean="0"/>
              <a:pPr/>
              <a:t>36</a:t>
            </a:fld>
            <a:endParaRPr lang="en-US" dirty="0"/>
          </a:p>
        </p:txBody>
      </p:sp>
    </p:spTree>
    <p:extLst>
      <p:ext uri="{BB962C8B-B14F-4D97-AF65-F5344CB8AC3E}">
        <p14:creationId xmlns:p14="http://schemas.microsoft.com/office/powerpoint/2010/main" val="24801305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00BB97E-9F90-3661-1BB4-6578EC2F3A4F}"/>
              </a:ext>
            </a:extLst>
          </p:cNvPr>
          <p:cNvSpPr>
            <a:spLocks noGrp="1"/>
          </p:cNvSpPr>
          <p:nvPr>
            <p:ph type="body" sz="quarter" idx="11"/>
          </p:nvPr>
        </p:nvSpPr>
        <p:spPr>
          <a:xfrm>
            <a:off x="1371600" y="1823793"/>
            <a:ext cx="21107400" cy="662810"/>
          </a:xfrm>
        </p:spPr>
        <p:txBody>
          <a:bodyPr/>
          <a:lstStyle/>
          <a:p>
            <a:r>
              <a:rPr lang="en-GB" dirty="0"/>
              <a:t>More than two FILESET solution</a:t>
            </a:r>
          </a:p>
        </p:txBody>
      </p:sp>
      <p:sp>
        <p:nvSpPr>
          <p:cNvPr id="5" name="Title 4">
            <a:extLst>
              <a:ext uri="{FF2B5EF4-FFF2-40B4-BE49-F238E27FC236}">
                <a16:creationId xmlns:a16="http://schemas.microsoft.com/office/drawing/2014/main" id="{01DB16AA-A432-E5F1-D1D7-151FE07F9F24}"/>
              </a:ext>
            </a:extLst>
          </p:cNvPr>
          <p:cNvSpPr>
            <a:spLocks noGrp="1"/>
          </p:cNvSpPr>
          <p:nvPr>
            <p:ph type="title"/>
          </p:nvPr>
        </p:nvSpPr>
        <p:spPr/>
        <p:txBody>
          <a:bodyPr/>
          <a:lstStyle/>
          <a:p>
            <a:r>
              <a:rPr lang="en-GB" dirty="0"/>
              <a:t>Some potential changes to meet alternative requirements</a:t>
            </a:r>
          </a:p>
        </p:txBody>
      </p:sp>
      <p:sp>
        <p:nvSpPr>
          <p:cNvPr id="4" name="Slide Number Placeholder 3">
            <a:extLst>
              <a:ext uri="{FF2B5EF4-FFF2-40B4-BE49-F238E27FC236}">
                <a16:creationId xmlns:a16="http://schemas.microsoft.com/office/drawing/2014/main" id="{A952740E-9DFD-83D7-8A90-849AE2CF15A9}"/>
              </a:ext>
            </a:extLst>
          </p:cNvPr>
          <p:cNvSpPr>
            <a:spLocks noGrp="1"/>
          </p:cNvSpPr>
          <p:nvPr>
            <p:ph type="sldNum" sz="quarter" idx="4"/>
          </p:nvPr>
        </p:nvSpPr>
        <p:spPr/>
        <p:txBody>
          <a:bodyPr/>
          <a:lstStyle/>
          <a:p>
            <a:fld id="{5F4730B7-9024-F145-844A-A9961A63A2B3}" type="slidenum">
              <a:rPr lang="en-US" smtClean="0"/>
              <a:t>37</a:t>
            </a:fld>
            <a:endParaRPr lang="en-US" dirty="0"/>
          </a:p>
        </p:txBody>
      </p:sp>
      <p:sp>
        <p:nvSpPr>
          <p:cNvPr id="3" name="Footer Placeholder 2">
            <a:extLst>
              <a:ext uri="{FF2B5EF4-FFF2-40B4-BE49-F238E27FC236}">
                <a16:creationId xmlns:a16="http://schemas.microsoft.com/office/drawing/2014/main" id="{BBCEAE81-D160-3F6D-1A67-6CB57EF01FB8}"/>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0F74C862-A245-E6B3-E840-B25002998721}"/>
              </a:ext>
            </a:extLst>
          </p:cNvPr>
          <p:cNvSpPr>
            <a:spLocks noGrp="1"/>
          </p:cNvSpPr>
          <p:nvPr>
            <p:ph type="body" sz="quarter" idx="10"/>
          </p:nvPr>
        </p:nvSpPr>
        <p:spPr/>
        <p:txBody>
          <a:bodyPr/>
          <a:lstStyle/>
          <a:p>
            <a:r>
              <a:rPr lang="en-GB" dirty="0"/>
              <a:t>The proposed solution uses substitution of the first character of the FILENAME to derive the new FILENAME</a:t>
            </a:r>
          </a:p>
          <a:p>
            <a:pPr marL="457200" indent="-457200">
              <a:buFont typeface="Arial" panose="020B0604020202020204" pitchFamily="34" charset="0"/>
              <a:buChar char="•"/>
            </a:pPr>
            <a:r>
              <a:rPr lang="en-GB" dirty="0"/>
              <a:t>Two possible values are available determined by the GWAFSET, with UEPFCHAR providing the substitution value.</a:t>
            </a:r>
          </a:p>
          <a:p>
            <a:pPr marL="457200" indent="-457200">
              <a:buFont typeface="Arial" panose="020B0604020202020204" pitchFamily="34" charset="0"/>
              <a:buChar char="•"/>
            </a:pPr>
            <a:endParaRPr lang="en-GB" dirty="0"/>
          </a:p>
          <a:p>
            <a:r>
              <a:rPr lang="en-GB" dirty="0"/>
              <a:t>The following is possible:</a:t>
            </a:r>
          </a:p>
          <a:p>
            <a:pPr marL="457200" indent="-457200">
              <a:buFont typeface="Arial" panose="020B0604020202020204" pitchFamily="34" charset="0"/>
              <a:buChar char="•"/>
            </a:pPr>
            <a:r>
              <a:rPr lang="en-GB" dirty="0"/>
              <a:t>Any number of FILESETs representable by a single character (A,B,C,D for instance)</a:t>
            </a:r>
          </a:p>
          <a:p>
            <a:pPr marL="457200" indent="-457200">
              <a:buFont typeface="Arial" panose="020B0604020202020204" pitchFamily="34" charset="0"/>
              <a:buChar char="•"/>
            </a:pPr>
            <a:r>
              <a:rPr lang="en-GB" dirty="0"/>
              <a:t>Not using a substitution character, rather extend the GWAFLIST so that each entry, rather than a single file name, represents the FILENAME, FILENAME FILESET(A), FILENAME FILESET(B), etc, etc</a:t>
            </a:r>
          </a:p>
          <a:p>
            <a:pPr marL="925200" lvl="1" indent="-457200"/>
            <a:r>
              <a:rPr lang="en-GB" dirty="0"/>
              <a:t>This would allow greater flexibility in the filenames used.</a:t>
            </a:r>
          </a:p>
          <a:p>
            <a:pPr marL="925200" lvl="1" indent="-457200"/>
            <a:r>
              <a:rPr lang="en-GB" dirty="0"/>
              <a:t>SMPFILE1-&gt; £MPFILE1 or #MPFILE1 becomes SMPFILE1,ABCFILE1,DEFFILE1</a:t>
            </a:r>
          </a:p>
        </p:txBody>
      </p:sp>
    </p:spTree>
    <p:extLst>
      <p:ext uri="{BB962C8B-B14F-4D97-AF65-F5344CB8AC3E}">
        <p14:creationId xmlns:p14="http://schemas.microsoft.com/office/powerpoint/2010/main" val="14866936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63159-77B4-9540-5FB7-64B5D59243F1}"/>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8DF1CD49-BB7C-B395-0FDC-EF933C48F19D}"/>
              </a:ext>
            </a:extLst>
          </p:cNvPr>
          <p:cNvSpPr>
            <a:spLocks noGrp="1"/>
          </p:cNvSpPr>
          <p:nvPr>
            <p:ph type="body" sz="quarter" idx="11"/>
          </p:nvPr>
        </p:nvSpPr>
        <p:spPr>
          <a:xfrm>
            <a:off x="1371600" y="1823793"/>
            <a:ext cx="21107400" cy="662810"/>
          </a:xfrm>
        </p:spPr>
        <p:txBody>
          <a:bodyPr/>
          <a:lstStyle/>
          <a:p>
            <a:r>
              <a:rPr lang="en-GB" dirty="0"/>
              <a:t>More than two FILESET solution</a:t>
            </a:r>
          </a:p>
        </p:txBody>
      </p:sp>
      <p:sp>
        <p:nvSpPr>
          <p:cNvPr id="5" name="Title 4">
            <a:extLst>
              <a:ext uri="{FF2B5EF4-FFF2-40B4-BE49-F238E27FC236}">
                <a16:creationId xmlns:a16="http://schemas.microsoft.com/office/drawing/2014/main" id="{FDBC891E-BACC-67D8-C450-0DE799661190}"/>
              </a:ext>
            </a:extLst>
          </p:cNvPr>
          <p:cNvSpPr>
            <a:spLocks noGrp="1"/>
          </p:cNvSpPr>
          <p:nvPr>
            <p:ph type="title"/>
          </p:nvPr>
        </p:nvSpPr>
        <p:spPr/>
        <p:txBody>
          <a:bodyPr/>
          <a:lstStyle/>
          <a:p>
            <a:r>
              <a:rPr lang="en-GB" dirty="0"/>
              <a:t>Some potential changes to meet alternative requirements</a:t>
            </a:r>
          </a:p>
        </p:txBody>
      </p:sp>
      <p:sp>
        <p:nvSpPr>
          <p:cNvPr id="4" name="Slide Number Placeholder 3">
            <a:extLst>
              <a:ext uri="{FF2B5EF4-FFF2-40B4-BE49-F238E27FC236}">
                <a16:creationId xmlns:a16="http://schemas.microsoft.com/office/drawing/2014/main" id="{083219AC-BDC9-C036-82AA-D2873AAEA8BF}"/>
              </a:ext>
            </a:extLst>
          </p:cNvPr>
          <p:cNvSpPr>
            <a:spLocks noGrp="1"/>
          </p:cNvSpPr>
          <p:nvPr>
            <p:ph type="sldNum" sz="quarter" idx="4"/>
          </p:nvPr>
        </p:nvSpPr>
        <p:spPr/>
        <p:txBody>
          <a:bodyPr/>
          <a:lstStyle/>
          <a:p>
            <a:fld id="{5F4730B7-9024-F145-844A-A9961A63A2B3}" type="slidenum">
              <a:rPr lang="en-US" smtClean="0"/>
              <a:t>38</a:t>
            </a:fld>
            <a:endParaRPr lang="en-US" dirty="0"/>
          </a:p>
        </p:txBody>
      </p:sp>
      <p:sp>
        <p:nvSpPr>
          <p:cNvPr id="3" name="Footer Placeholder 2">
            <a:extLst>
              <a:ext uri="{FF2B5EF4-FFF2-40B4-BE49-F238E27FC236}">
                <a16:creationId xmlns:a16="http://schemas.microsoft.com/office/drawing/2014/main" id="{5923C2AB-BE32-D376-163C-E7CAE3E29BED}"/>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FF9AD51F-E93A-5A74-88A9-464458D9E416}"/>
              </a:ext>
            </a:extLst>
          </p:cNvPr>
          <p:cNvSpPr>
            <a:spLocks noGrp="1"/>
          </p:cNvSpPr>
          <p:nvPr>
            <p:ph type="body" sz="quarter" idx="10"/>
          </p:nvPr>
        </p:nvSpPr>
        <p:spPr/>
        <p:txBody>
          <a:bodyPr/>
          <a:lstStyle/>
          <a:p>
            <a:r>
              <a:rPr lang="en-GB" dirty="0"/>
              <a:t>A slight variation of the two FILESET solution whereby two different underlying FILENAME definitions are defined, both of which are different to the FILENAME passed in by the application, is to have one of the underlying FILENAME definitions the same as the FILENAME passed in.  This means that should the XFCREQ exit not be enabled, the application request will effectively default to the FILENAME specified in the application program.  </a:t>
            </a:r>
          </a:p>
          <a:p>
            <a:r>
              <a:rPr lang="en-GB" dirty="0"/>
              <a:t>This would add flexibility as to when the exit is enabled and allow the application to continue to run irrespective of the </a:t>
            </a:r>
            <a:r>
              <a:rPr lang="en-GB"/>
              <a:t>exit status. </a:t>
            </a:r>
          </a:p>
          <a:p>
            <a:endParaRPr lang="en-GB" dirty="0"/>
          </a:p>
          <a:p>
            <a:endParaRPr lang="en-GB" dirty="0"/>
          </a:p>
        </p:txBody>
      </p:sp>
    </p:spTree>
    <p:extLst>
      <p:ext uri="{BB962C8B-B14F-4D97-AF65-F5344CB8AC3E}">
        <p14:creationId xmlns:p14="http://schemas.microsoft.com/office/powerpoint/2010/main" val="23081411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7E681-3785-E2FC-CFC1-A8879981B74F}"/>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87AE5117-37D3-FC87-1641-2EF08062058C}"/>
              </a:ext>
            </a:extLst>
          </p:cNvPr>
          <p:cNvSpPr>
            <a:spLocks noGrp="1"/>
          </p:cNvSpPr>
          <p:nvPr>
            <p:ph type="body" sz="quarter" idx="11"/>
          </p:nvPr>
        </p:nvSpPr>
        <p:spPr>
          <a:xfrm>
            <a:off x="1371600" y="1823793"/>
            <a:ext cx="21107400" cy="662810"/>
          </a:xfrm>
        </p:spPr>
        <p:txBody>
          <a:bodyPr/>
          <a:lstStyle/>
          <a:p>
            <a:r>
              <a:rPr lang="en-GB" dirty="0"/>
              <a:t>Timestamp switching</a:t>
            </a:r>
          </a:p>
        </p:txBody>
      </p:sp>
      <p:sp>
        <p:nvSpPr>
          <p:cNvPr id="5" name="Title 4">
            <a:extLst>
              <a:ext uri="{FF2B5EF4-FFF2-40B4-BE49-F238E27FC236}">
                <a16:creationId xmlns:a16="http://schemas.microsoft.com/office/drawing/2014/main" id="{E18E0E15-E7E4-8D63-B6C3-475255B3DAFB}"/>
              </a:ext>
            </a:extLst>
          </p:cNvPr>
          <p:cNvSpPr>
            <a:spLocks noGrp="1"/>
          </p:cNvSpPr>
          <p:nvPr>
            <p:ph type="title"/>
          </p:nvPr>
        </p:nvSpPr>
        <p:spPr/>
        <p:txBody>
          <a:bodyPr/>
          <a:lstStyle/>
          <a:p>
            <a:r>
              <a:rPr lang="en-GB" dirty="0"/>
              <a:t>Some potential changes to meet alternative requirements</a:t>
            </a:r>
          </a:p>
        </p:txBody>
      </p:sp>
      <p:sp>
        <p:nvSpPr>
          <p:cNvPr id="4" name="Slide Number Placeholder 3">
            <a:extLst>
              <a:ext uri="{FF2B5EF4-FFF2-40B4-BE49-F238E27FC236}">
                <a16:creationId xmlns:a16="http://schemas.microsoft.com/office/drawing/2014/main" id="{20E17BAD-FA1D-F851-6B60-A420594FF2D4}"/>
              </a:ext>
            </a:extLst>
          </p:cNvPr>
          <p:cNvSpPr>
            <a:spLocks noGrp="1"/>
          </p:cNvSpPr>
          <p:nvPr>
            <p:ph type="sldNum" sz="quarter" idx="4"/>
          </p:nvPr>
        </p:nvSpPr>
        <p:spPr/>
        <p:txBody>
          <a:bodyPr/>
          <a:lstStyle/>
          <a:p>
            <a:fld id="{5F4730B7-9024-F145-844A-A9961A63A2B3}" type="slidenum">
              <a:rPr lang="en-US" smtClean="0"/>
              <a:t>39</a:t>
            </a:fld>
            <a:endParaRPr lang="en-US" dirty="0"/>
          </a:p>
        </p:txBody>
      </p:sp>
      <p:sp>
        <p:nvSpPr>
          <p:cNvPr id="3" name="Footer Placeholder 2">
            <a:extLst>
              <a:ext uri="{FF2B5EF4-FFF2-40B4-BE49-F238E27FC236}">
                <a16:creationId xmlns:a16="http://schemas.microsoft.com/office/drawing/2014/main" id="{6F48C5F9-B829-9E0F-8B9E-B38D904EE535}"/>
              </a:ext>
            </a:extLst>
          </p:cNvPr>
          <p:cNvSpPr>
            <a:spLocks noGrp="1"/>
          </p:cNvSpPr>
          <p:nvPr>
            <p:ph type="ftr" sz="quarter" idx="3"/>
          </p:nvPr>
        </p:nvSpPr>
        <p:spPr/>
        <p:txBody>
          <a:bodyPr/>
          <a:lstStyle/>
          <a:p>
            <a:r>
              <a:rPr lang="en-US"/>
              <a:t>IBM CICS sample: XFCREQ </a:t>
            </a:r>
            <a:endParaRPr lang="en-US" dirty="0"/>
          </a:p>
        </p:txBody>
      </p:sp>
      <p:sp>
        <p:nvSpPr>
          <p:cNvPr id="6" name="Text Placeholder 5">
            <a:extLst>
              <a:ext uri="{FF2B5EF4-FFF2-40B4-BE49-F238E27FC236}">
                <a16:creationId xmlns:a16="http://schemas.microsoft.com/office/drawing/2014/main" id="{6CC0976E-74E4-58D4-1116-2E0B7D9848C3}"/>
              </a:ext>
            </a:extLst>
          </p:cNvPr>
          <p:cNvSpPr>
            <a:spLocks noGrp="1"/>
          </p:cNvSpPr>
          <p:nvPr>
            <p:ph type="body" sz="quarter" idx="10"/>
          </p:nvPr>
        </p:nvSpPr>
        <p:spPr/>
        <p:txBody>
          <a:bodyPr/>
          <a:lstStyle/>
          <a:p>
            <a:r>
              <a:rPr lang="en-GB" dirty="0"/>
              <a:t>Use of the UEPTSTOK and EISEXITT fields to ensure each task uses only one FILESET resolved consistently at the UOW and task level.   The solution does however mean that at any point in time two tasks could use different FILESETs if a switch occurs between the time task#1 first accesses a file and task#2 first accesses a file. </a:t>
            </a:r>
          </a:p>
          <a:p>
            <a:endParaRPr lang="en-GB" dirty="0"/>
          </a:p>
          <a:p>
            <a:r>
              <a:rPr lang="en-GB" dirty="0"/>
              <a:t>Consideration was given to using a reference time which would force tasks that start before the reference time to use one FILESET, while those started after the reference time used a new and different FILESET.   This solution will require more complex internal processing to implement given the initial values in the EIB (EIBDATE/EIBTIME) can be altered by using an EXEC CICS ASKTIME request. </a:t>
            </a:r>
          </a:p>
          <a:p>
            <a:endParaRPr lang="en-GB" dirty="0"/>
          </a:p>
          <a:p>
            <a:r>
              <a:rPr lang="en-GB" dirty="0"/>
              <a:t>The EXEC CICS INQUIRE ASSOCIATION STARTTIME() will return the task start datetime in the format : YYYYMMDDHHMMSS.NNNNNN (20260209092610.658039 for example)</a:t>
            </a:r>
          </a:p>
          <a:p>
            <a:r>
              <a:rPr lang="en-GB" dirty="0"/>
              <a:t>This could be extracted and compared to a similarly formatted time specified in the GWA such that:</a:t>
            </a:r>
          </a:p>
          <a:p>
            <a:pPr marL="457200" indent="-457200">
              <a:buFont typeface="Arial" panose="020B0604020202020204" pitchFamily="34" charset="0"/>
              <a:buChar char="•"/>
            </a:pPr>
            <a:r>
              <a:rPr lang="en-GB" dirty="0"/>
              <a:t>If task start time &lt; GWA time, use FILESET A otherwise, use FILESET B </a:t>
            </a:r>
          </a:p>
        </p:txBody>
      </p:sp>
    </p:spTree>
    <p:extLst>
      <p:ext uri="{BB962C8B-B14F-4D97-AF65-F5344CB8AC3E}">
        <p14:creationId xmlns:p14="http://schemas.microsoft.com/office/powerpoint/2010/main" val="4229237273"/>
      </p:ext>
    </p:extLst>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400" b="0" i="0" dirty="0" smtClean="0">
            <a:latin typeface="Helvetica Neue for IBM Roman" charset="0"/>
            <a:ea typeface="Helvetica Neue for IBM Roman" charset="0"/>
            <a:cs typeface="Helvetica Neue for IBM Roman" charset="0"/>
          </a:defRPr>
        </a:defPPr>
      </a:lstStyle>
    </a:txDef>
  </a:objectDefaults>
  <a:extraClrSchemeLst/>
  <a:extLst>
    <a:ext uri="{05A4C25C-085E-4340-85A3-A5531E510DB2}">
      <thm15:themeFamily xmlns:thm15="http://schemas.microsoft.com/office/thememl/2012/main" name="Base per presentazioni 2020" id="{2600D028-5C58-BA43-A127-70B17713B905}" vid="{81DD2FD2-4D72-404A-B6CD-04A48009B3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828</TotalTime>
  <Words>4293</Words>
  <Application>Microsoft Office PowerPoint</Application>
  <PresentationFormat>Custom</PresentationFormat>
  <Paragraphs>439</Paragraphs>
  <Slides>39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Calibri</vt:lpstr>
      <vt:lpstr>Helvetica Neue for IBM Roman</vt:lpstr>
      <vt:lpstr>IBM Plex Sans</vt:lpstr>
      <vt:lpstr>IBM Plex Sans Light</vt:lpstr>
      <vt:lpstr>IBM Plex Sans Text</vt:lpstr>
      <vt:lpstr>Wingdings</vt:lpstr>
      <vt:lpstr>Office Theme</vt:lpstr>
      <vt:lpstr>PowerPoint Presentation</vt:lpstr>
      <vt:lpstr>Content</vt:lpstr>
      <vt:lpstr>PowerPoint Presentation</vt:lpstr>
      <vt:lpstr>overview</vt:lpstr>
      <vt:lpstr>overview</vt:lpstr>
      <vt:lpstr>Terminology</vt:lpstr>
      <vt:lpstr>PowerPoint Presentation</vt:lpstr>
      <vt:lpstr>The problem</vt:lpstr>
      <vt:lpstr>The scenario</vt:lpstr>
      <vt:lpstr>PowerPoint Presentation</vt:lpstr>
      <vt:lpstr>PowerPoint Presentation</vt:lpstr>
      <vt:lpstr>The scenario</vt:lpstr>
      <vt:lpstr>Sequence of events </vt:lpstr>
      <vt:lpstr>Requirements of the application</vt:lpstr>
      <vt:lpstr>PowerPoint Presentation</vt:lpstr>
      <vt:lpstr>Overview of a solution</vt:lpstr>
      <vt:lpstr>Processing without the exit active</vt:lpstr>
      <vt:lpstr>Changes to CICS</vt:lpstr>
      <vt:lpstr>Processing with the exit active</vt:lpstr>
      <vt:lpstr>PowerPoint Presentation</vt:lpstr>
      <vt:lpstr>notes</vt:lpstr>
      <vt:lpstr>How does this impact the housekeeping window</vt:lpstr>
      <vt:lpstr>How does this impact the housekeeping window</vt:lpstr>
      <vt:lpstr>Limitations of the solution</vt:lpstr>
      <vt:lpstr>PowerPoint Presentation</vt:lpstr>
      <vt:lpstr>The following artifacts are provided</vt:lpstr>
      <vt:lpstr>SMPFCREQ</vt:lpstr>
      <vt:lpstr>GWAPMAP</vt:lpstr>
      <vt:lpstr>EXITDATA</vt:lpstr>
      <vt:lpstr>UEPTSMAP</vt:lpstr>
      <vt:lpstr>EXITMAIN</vt:lpstr>
      <vt:lpstr>EXITMAIN</vt:lpstr>
      <vt:lpstr>CSD LOCAL</vt:lpstr>
      <vt:lpstr>CSD-REMOTE</vt:lpstr>
      <vt:lpstr>FILES</vt:lpstr>
      <vt:lpstr>PowerPoint Presentation</vt:lpstr>
      <vt:lpstr>Some potential changes to meet alternative requirements</vt:lpstr>
      <vt:lpstr>Some potential changes to meet alternative requirements</vt:lpstr>
      <vt:lpstr>Some potential changes to meet alternative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MANUELA Mandelli</dc:creator>
  <cp:lastModifiedBy>Arndt Eade</cp:lastModifiedBy>
  <cp:revision>1989</cp:revision>
  <cp:lastPrinted>2018-11-02T04:44:43Z</cp:lastPrinted>
  <dcterms:created xsi:type="dcterms:W3CDTF">2020-03-25T17:55:39Z</dcterms:created>
  <dcterms:modified xsi:type="dcterms:W3CDTF">2026-02-09T15:19:10Z</dcterms:modified>
</cp:coreProperties>
</file>